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753600" cy="7315200"/>
  <p:notesSz cx="6858000" cy="9144000"/>
  <p:embeddedFontLst>
    <p:embeddedFont>
      <p:font typeface="Times New Roman Bold" charset="1" panose="02020803070505020304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  <p:embeddedFont>
      <p:font typeface="Times New Roman" charset="1" panose="020206030504050203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7174"/>
            <a:ext cx="479736" cy="3028026"/>
            <a:chOff x="0" y="0"/>
            <a:chExt cx="479743" cy="30280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6261"/>
              <a:ext cx="476635" cy="2971801"/>
            </a:xfrm>
            <a:custGeom>
              <a:avLst/>
              <a:gdLst/>
              <a:ahLst/>
              <a:cxnLst/>
              <a:rect r="r" b="b" t="t" l="l"/>
              <a:pathLst>
                <a:path h="2971801" w="476635">
                  <a:moveTo>
                    <a:pt x="0" y="0"/>
                  </a:moveTo>
                  <a:lnTo>
                    <a:pt x="0" y="2971801"/>
                  </a:lnTo>
                  <a:lnTo>
                    <a:pt x="476635" y="29718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3503" y="-63503"/>
            <a:ext cx="9880597" cy="7442197"/>
          </a:xfrm>
          <a:custGeom>
            <a:avLst/>
            <a:gdLst/>
            <a:ahLst/>
            <a:cxnLst/>
            <a:rect r="r" b="b" t="t" l="l"/>
            <a:pathLst>
              <a:path h="7442197" w="9880597">
                <a:moveTo>
                  <a:pt x="0" y="0"/>
                </a:moveTo>
                <a:lnTo>
                  <a:pt x="9880597" y="0"/>
                </a:lnTo>
                <a:lnTo>
                  <a:pt x="9880597" y="7442197"/>
                </a:lnTo>
                <a:lnTo>
                  <a:pt x="0" y="744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36676" y="173679"/>
            <a:ext cx="7463980" cy="1328738"/>
            <a:chOff x="0" y="0"/>
            <a:chExt cx="9951974" cy="1771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51974" cy="1771650"/>
            </a:xfrm>
            <a:custGeom>
              <a:avLst/>
              <a:gdLst/>
              <a:ahLst/>
              <a:cxnLst/>
              <a:rect r="r" b="b" t="t" l="l"/>
              <a:pathLst>
                <a:path h="1771650" w="9951974">
                  <a:moveTo>
                    <a:pt x="0" y="0"/>
                  </a:moveTo>
                  <a:lnTo>
                    <a:pt x="9951974" y="0"/>
                  </a:lnTo>
                  <a:lnTo>
                    <a:pt x="9951974" y="1771650"/>
                  </a:lnTo>
                  <a:lnTo>
                    <a:pt x="0" y="177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582" r="0" b="-194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63503" y="-63503"/>
            <a:ext cx="9880597" cy="7442197"/>
            <a:chOff x="0" y="0"/>
            <a:chExt cx="9880600" cy="7442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1770" y="2591689"/>
              <a:ext cx="85598" cy="85598"/>
            </a:xfrm>
            <a:custGeom>
              <a:avLst/>
              <a:gdLst/>
              <a:ahLst/>
              <a:cxnLst/>
              <a:rect r="r" b="b" t="t" l="l"/>
              <a:pathLst>
                <a:path h="85598" w="85598">
                  <a:moveTo>
                    <a:pt x="85598" y="42799"/>
                  </a:moveTo>
                  <a:cubicBezTo>
                    <a:pt x="85598" y="48514"/>
                    <a:pt x="84455" y="53975"/>
                    <a:pt x="82296" y="59182"/>
                  </a:cubicBezTo>
                  <a:cubicBezTo>
                    <a:pt x="80137" y="64389"/>
                    <a:pt x="76962" y="69088"/>
                    <a:pt x="73025" y="73025"/>
                  </a:cubicBezTo>
                  <a:cubicBezTo>
                    <a:pt x="69088" y="76962"/>
                    <a:pt x="64389" y="80137"/>
                    <a:pt x="59182" y="82296"/>
                  </a:cubicBezTo>
                  <a:cubicBezTo>
                    <a:pt x="53975" y="84455"/>
                    <a:pt x="48514" y="85598"/>
                    <a:pt x="42799" y="85598"/>
                  </a:cubicBezTo>
                  <a:cubicBezTo>
                    <a:pt x="37084" y="85598"/>
                    <a:pt x="31623" y="84455"/>
                    <a:pt x="26416" y="82296"/>
                  </a:cubicBezTo>
                  <a:cubicBezTo>
                    <a:pt x="21209" y="80137"/>
                    <a:pt x="16510" y="76962"/>
                    <a:pt x="12573" y="73025"/>
                  </a:cubicBezTo>
                  <a:cubicBezTo>
                    <a:pt x="8636" y="69088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799"/>
                  </a:cubicBezTo>
                  <a:cubicBezTo>
                    <a:pt x="0" y="37084"/>
                    <a:pt x="1143" y="31623"/>
                    <a:pt x="3302" y="26416"/>
                  </a:cubicBezTo>
                  <a:cubicBezTo>
                    <a:pt x="5461" y="21209"/>
                    <a:pt x="8636" y="16510"/>
                    <a:pt x="12573" y="12573"/>
                  </a:cubicBezTo>
                  <a:cubicBezTo>
                    <a:pt x="16510" y="8636"/>
                    <a:pt x="21209" y="5461"/>
                    <a:pt x="26416" y="3302"/>
                  </a:cubicBezTo>
                  <a:cubicBezTo>
                    <a:pt x="31623" y="1143"/>
                    <a:pt x="37084" y="0"/>
                    <a:pt x="42799" y="0"/>
                  </a:cubicBezTo>
                  <a:cubicBezTo>
                    <a:pt x="48514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0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91770" y="4706239"/>
              <a:ext cx="85598" cy="85598"/>
            </a:xfrm>
            <a:custGeom>
              <a:avLst/>
              <a:gdLst/>
              <a:ahLst/>
              <a:cxnLst/>
              <a:rect r="r" b="b" t="t" l="l"/>
              <a:pathLst>
                <a:path h="85598" w="85598">
                  <a:moveTo>
                    <a:pt x="85598" y="42799"/>
                  </a:moveTo>
                  <a:cubicBezTo>
                    <a:pt x="85598" y="48514"/>
                    <a:pt x="84455" y="53975"/>
                    <a:pt x="82296" y="59182"/>
                  </a:cubicBezTo>
                  <a:cubicBezTo>
                    <a:pt x="80137" y="64389"/>
                    <a:pt x="76962" y="69088"/>
                    <a:pt x="73025" y="73025"/>
                  </a:cubicBezTo>
                  <a:cubicBezTo>
                    <a:pt x="69088" y="76962"/>
                    <a:pt x="64389" y="80137"/>
                    <a:pt x="59182" y="82296"/>
                  </a:cubicBezTo>
                  <a:cubicBezTo>
                    <a:pt x="53975" y="84455"/>
                    <a:pt x="48514" y="85598"/>
                    <a:pt x="42799" y="85598"/>
                  </a:cubicBezTo>
                  <a:cubicBezTo>
                    <a:pt x="37084" y="85598"/>
                    <a:pt x="31623" y="84455"/>
                    <a:pt x="26416" y="82296"/>
                  </a:cubicBezTo>
                  <a:cubicBezTo>
                    <a:pt x="21209" y="80137"/>
                    <a:pt x="16510" y="76962"/>
                    <a:pt x="12573" y="73025"/>
                  </a:cubicBezTo>
                  <a:cubicBezTo>
                    <a:pt x="8636" y="69088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799"/>
                  </a:cubicBezTo>
                  <a:cubicBezTo>
                    <a:pt x="0" y="37084"/>
                    <a:pt x="1143" y="31623"/>
                    <a:pt x="3302" y="26416"/>
                  </a:cubicBezTo>
                  <a:cubicBezTo>
                    <a:pt x="5461" y="21209"/>
                    <a:pt x="8636" y="16510"/>
                    <a:pt x="12573" y="12573"/>
                  </a:cubicBezTo>
                  <a:cubicBezTo>
                    <a:pt x="16510" y="8636"/>
                    <a:pt x="21209" y="5461"/>
                    <a:pt x="26416" y="3302"/>
                  </a:cubicBezTo>
                  <a:cubicBezTo>
                    <a:pt x="31623" y="1143"/>
                    <a:pt x="37084" y="0"/>
                    <a:pt x="42799" y="0"/>
                  </a:cubicBezTo>
                  <a:cubicBezTo>
                    <a:pt x="48514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0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1770" y="5411089"/>
              <a:ext cx="85598" cy="85598"/>
            </a:xfrm>
            <a:custGeom>
              <a:avLst/>
              <a:gdLst/>
              <a:ahLst/>
              <a:cxnLst/>
              <a:rect r="r" b="b" t="t" l="l"/>
              <a:pathLst>
                <a:path h="85598" w="85598">
                  <a:moveTo>
                    <a:pt x="85598" y="42799"/>
                  </a:moveTo>
                  <a:cubicBezTo>
                    <a:pt x="85598" y="48514"/>
                    <a:pt x="84455" y="53975"/>
                    <a:pt x="82296" y="59182"/>
                  </a:cubicBezTo>
                  <a:cubicBezTo>
                    <a:pt x="80137" y="64389"/>
                    <a:pt x="76962" y="69088"/>
                    <a:pt x="73025" y="73025"/>
                  </a:cubicBezTo>
                  <a:cubicBezTo>
                    <a:pt x="69088" y="76962"/>
                    <a:pt x="64389" y="80137"/>
                    <a:pt x="59182" y="82296"/>
                  </a:cubicBezTo>
                  <a:cubicBezTo>
                    <a:pt x="53975" y="84455"/>
                    <a:pt x="48514" y="85598"/>
                    <a:pt x="42799" y="85598"/>
                  </a:cubicBezTo>
                  <a:cubicBezTo>
                    <a:pt x="37084" y="85598"/>
                    <a:pt x="31623" y="84455"/>
                    <a:pt x="26416" y="82296"/>
                  </a:cubicBezTo>
                  <a:cubicBezTo>
                    <a:pt x="21209" y="80137"/>
                    <a:pt x="16510" y="76962"/>
                    <a:pt x="12573" y="73025"/>
                  </a:cubicBezTo>
                  <a:cubicBezTo>
                    <a:pt x="8636" y="69088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799"/>
                  </a:cubicBezTo>
                  <a:cubicBezTo>
                    <a:pt x="0" y="37084"/>
                    <a:pt x="1143" y="31623"/>
                    <a:pt x="3302" y="26416"/>
                  </a:cubicBezTo>
                  <a:cubicBezTo>
                    <a:pt x="5461" y="21209"/>
                    <a:pt x="8636" y="16510"/>
                    <a:pt x="12573" y="12573"/>
                  </a:cubicBezTo>
                  <a:cubicBezTo>
                    <a:pt x="16510" y="8636"/>
                    <a:pt x="21209" y="5461"/>
                    <a:pt x="26416" y="3302"/>
                  </a:cubicBezTo>
                  <a:cubicBezTo>
                    <a:pt x="31623" y="1143"/>
                    <a:pt x="37084" y="0"/>
                    <a:pt x="42799" y="0"/>
                  </a:cubicBezTo>
                  <a:cubicBezTo>
                    <a:pt x="48514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0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118" y="6077712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76200" y="38100"/>
                  </a:moveTo>
                  <a:cubicBezTo>
                    <a:pt x="76200" y="43180"/>
                    <a:pt x="75184" y="48006"/>
                    <a:pt x="73279" y="52705"/>
                  </a:cubicBezTo>
                  <a:cubicBezTo>
                    <a:pt x="71374" y="57404"/>
                    <a:pt x="68580" y="61468"/>
                    <a:pt x="65024" y="65024"/>
                  </a:cubicBezTo>
                  <a:cubicBezTo>
                    <a:pt x="61468" y="68580"/>
                    <a:pt x="57277" y="71374"/>
                    <a:pt x="52705" y="73279"/>
                  </a:cubicBezTo>
                  <a:cubicBezTo>
                    <a:pt x="48133" y="75184"/>
                    <a:pt x="43180" y="76200"/>
                    <a:pt x="38100" y="76200"/>
                  </a:cubicBezTo>
                  <a:cubicBezTo>
                    <a:pt x="33020" y="76200"/>
                    <a:pt x="28194" y="75184"/>
                    <a:pt x="23495" y="73279"/>
                  </a:cubicBezTo>
                  <a:cubicBezTo>
                    <a:pt x="18796" y="71374"/>
                    <a:pt x="14732" y="68580"/>
                    <a:pt x="11176" y="65024"/>
                  </a:cubicBezTo>
                  <a:cubicBezTo>
                    <a:pt x="7620" y="61468"/>
                    <a:pt x="4826" y="57277"/>
                    <a:pt x="2921" y="52705"/>
                  </a:cubicBezTo>
                  <a:cubicBezTo>
                    <a:pt x="1016" y="48133"/>
                    <a:pt x="0" y="43180"/>
                    <a:pt x="0" y="38100"/>
                  </a:cubicBez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cubicBezTo>
                    <a:pt x="43180" y="0"/>
                    <a:pt x="48006" y="1016"/>
                    <a:pt x="52705" y="2921"/>
                  </a:cubicBezTo>
                  <a:cubicBezTo>
                    <a:pt x="57404" y="4826"/>
                    <a:pt x="61468" y="7620"/>
                    <a:pt x="65024" y="11176"/>
                  </a:cubicBezTo>
                  <a:cubicBezTo>
                    <a:pt x="68580" y="14732"/>
                    <a:pt x="71374" y="18923"/>
                    <a:pt x="73279" y="23495"/>
                  </a:cubicBezTo>
                  <a:cubicBezTo>
                    <a:pt x="75184" y="28067"/>
                    <a:pt x="76200" y="33020"/>
                    <a:pt x="76200" y="381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770" y="6763639"/>
              <a:ext cx="85598" cy="85598"/>
            </a:xfrm>
            <a:custGeom>
              <a:avLst/>
              <a:gdLst/>
              <a:ahLst/>
              <a:cxnLst/>
              <a:rect r="r" b="b" t="t" l="l"/>
              <a:pathLst>
                <a:path h="85598" w="85598">
                  <a:moveTo>
                    <a:pt x="85598" y="42799"/>
                  </a:moveTo>
                  <a:cubicBezTo>
                    <a:pt x="85598" y="48514"/>
                    <a:pt x="84455" y="53975"/>
                    <a:pt x="82296" y="59182"/>
                  </a:cubicBezTo>
                  <a:cubicBezTo>
                    <a:pt x="80137" y="64389"/>
                    <a:pt x="76962" y="69088"/>
                    <a:pt x="73025" y="73025"/>
                  </a:cubicBezTo>
                  <a:cubicBezTo>
                    <a:pt x="69088" y="76962"/>
                    <a:pt x="64389" y="80137"/>
                    <a:pt x="59182" y="82296"/>
                  </a:cubicBezTo>
                  <a:cubicBezTo>
                    <a:pt x="53975" y="84455"/>
                    <a:pt x="48514" y="85598"/>
                    <a:pt x="42799" y="85598"/>
                  </a:cubicBezTo>
                  <a:cubicBezTo>
                    <a:pt x="37084" y="85598"/>
                    <a:pt x="31623" y="84455"/>
                    <a:pt x="26416" y="82296"/>
                  </a:cubicBezTo>
                  <a:cubicBezTo>
                    <a:pt x="21209" y="80137"/>
                    <a:pt x="16510" y="76962"/>
                    <a:pt x="12573" y="73025"/>
                  </a:cubicBezTo>
                  <a:cubicBezTo>
                    <a:pt x="8636" y="69088"/>
                    <a:pt x="5461" y="64389"/>
                    <a:pt x="3302" y="59182"/>
                  </a:cubicBezTo>
                  <a:cubicBezTo>
                    <a:pt x="1143" y="53975"/>
                    <a:pt x="0" y="48514"/>
                    <a:pt x="0" y="42799"/>
                  </a:cubicBezTo>
                  <a:cubicBezTo>
                    <a:pt x="0" y="37084"/>
                    <a:pt x="1143" y="31623"/>
                    <a:pt x="3302" y="26416"/>
                  </a:cubicBezTo>
                  <a:cubicBezTo>
                    <a:pt x="5461" y="21209"/>
                    <a:pt x="8636" y="16510"/>
                    <a:pt x="12573" y="12573"/>
                  </a:cubicBezTo>
                  <a:cubicBezTo>
                    <a:pt x="16510" y="8636"/>
                    <a:pt x="21209" y="5461"/>
                    <a:pt x="26416" y="3302"/>
                  </a:cubicBezTo>
                  <a:cubicBezTo>
                    <a:pt x="31623" y="1143"/>
                    <a:pt x="37084" y="0"/>
                    <a:pt x="42799" y="0"/>
                  </a:cubicBezTo>
                  <a:cubicBezTo>
                    <a:pt x="48514" y="0"/>
                    <a:pt x="53975" y="1143"/>
                    <a:pt x="59182" y="3302"/>
                  </a:cubicBezTo>
                  <a:cubicBezTo>
                    <a:pt x="64389" y="5461"/>
                    <a:pt x="69088" y="8636"/>
                    <a:pt x="73025" y="12573"/>
                  </a:cubicBezTo>
                  <a:cubicBezTo>
                    <a:pt x="76962" y="16510"/>
                    <a:pt x="80137" y="21209"/>
                    <a:pt x="82296" y="26416"/>
                  </a:cubicBezTo>
                  <a:cubicBezTo>
                    <a:pt x="84455" y="31623"/>
                    <a:pt x="85598" y="37084"/>
                    <a:pt x="85598" y="427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1739773"/>
              <a:ext cx="9753600" cy="24765"/>
            </a:xfrm>
            <a:custGeom>
              <a:avLst/>
              <a:gdLst/>
              <a:ahLst/>
              <a:cxnLst/>
              <a:rect r="r" b="b" t="t" l="l"/>
              <a:pathLst>
                <a:path h="24765" w="9753600">
                  <a:moveTo>
                    <a:pt x="0" y="0"/>
                  </a:moveTo>
                  <a:lnTo>
                    <a:pt x="0" y="24765"/>
                  </a:lnTo>
                  <a:lnTo>
                    <a:pt x="9753600" y="24765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61760" y="6526206"/>
            <a:ext cx="398609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b="true" sz="23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Guide- Prof.Vijaya Bharathi J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1772" y="2698123"/>
            <a:ext cx="5872162" cy="62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b="true" sz="23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SDG 08 – Decent Work &amp; Economic Growth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0379" y="3214407"/>
            <a:ext cx="6308703" cy="62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b="true" sz="23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SDG 09 – Industry, Innovation &amp; Infrastructure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20379" y="2181839"/>
            <a:ext cx="3543895" cy="62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b="true" sz="23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SDG 04 - Quality Education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1760" y="4249731"/>
            <a:ext cx="2517238" cy="62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b="true" sz="23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Category- Software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8995" y="4954581"/>
            <a:ext cx="9360913" cy="11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b="true" sz="23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 No -08</a:t>
            </a:r>
          </a:p>
          <a:p>
            <a:pPr algn="l">
              <a:lnSpc>
                <a:spcPts val="2983"/>
              </a:lnSpc>
            </a:pPr>
            <a:r>
              <a:rPr lang="en-US" b="true" sz="213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 Members-Aditya Ingale,Dhruv Jadhav,Atharv Kadam,Kalpesh Jangale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89568" y="1813579"/>
            <a:ext cx="3845362" cy="47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7"/>
              </a:lnSpc>
            </a:pPr>
            <a:r>
              <a:rPr lang="en-US" b="true" sz="27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Campus Placement Portal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0379" y="3663448"/>
            <a:ext cx="4519970" cy="62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b="true" sz="23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SDG 11 - Sustainable Communities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2637" y="2406659"/>
            <a:ext cx="1237741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Theme - 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9831" y="1574768"/>
            <a:ext cx="104775" cy="104775"/>
            <a:chOff x="0" y="0"/>
            <a:chExt cx="104775" cy="104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104775" cy="104394"/>
            </a:xfrm>
            <a:custGeom>
              <a:avLst/>
              <a:gdLst/>
              <a:ahLst/>
              <a:cxnLst/>
              <a:rect r="r" b="b" t="t" l="l"/>
              <a:pathLst>
                <a:path h="104394" w="104775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9831" y="1898618"/>
            <a:ext cx="104775" cy="104775"/>
            <a:chOff x="0" y="0"/>
            <a:chExt cx="104775" cy="1047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104775" cy="104394"/>
            </a:xfrm>
            <a:custGeom>
              <a:avLst/>
              <a:gdLst/>
              <a:ahLst/>
              <a:cxnLst/>
              <a:rect r="r" b="b" t="t" l="l"/>
              <a:pathLst>
                <a:path h="104394" w="104775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9831" y="3089243"/>
            <a:ext cx="104775" cy="104775"/>
            <a:chOff x="0" y="0"/>
            <a:chExt cx="104775" cy="104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104775" cy="104394"/>
            </a:xfrm>
            <a:custGeom>
              <a:avLst/>
              <a:gdLst/>
              <a:ahLst/>
              <a:cxnLst/>
              <a:rect r="r" b="b" t="t" l="l"/>
              <a:pathLst>
                <a:path h="104394" w="104775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9831" y="3565493"/>
            <a:ext cx="104775" cy="104775"/>
            <a:chOff x="0" y="0"/>
            <a:chExt cx="104775" cy="1047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27"/>
              <a:ext cx="104775" cy="104394"/>
            </a:xfrm>
            <a:custGeom>
              <a:avLst/>
              <a:gdLst/>
              <a:ahLst/>
              <a:cxnLst/>
              <a:rect r="r" b="b" t="t" l="l"/>
              <a:pathLst>
                <a:path h="104394" w="104775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06742" y="-63503"/>
            <a:ext cx="4410361" cy="7442197"/>
            <a:chOff x="0" y="0"/>
            <a:chExt cx="4410354" cy="7442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4422" y="4527423"/>
              <a:ext cx="4272401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1">
                  <a:moveTo>
                    <a:pt x="4272401" y="0"/>
                  </a:moveTo>
                  <a:lnTo>
                    <a:pt x="0" y="2851277"/>
                  </a:lnTo>
                  <a:lnTo>
                    <a:pt x="17272" y="2851277"/>
                  </a:lnTo>
                  <a:lnTo>
                    <a:pt x="4272401" y="11430"/>
                  </a:lnTo>
                  <a:lnTo>
                    <a:pt x="4272401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107054" y="63500"/>
              <a:ext cx="1308353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3">
                  <a:moveTo>
                    <a:pt x="0" y="0"/>
                  </a:moveTo>
                  <a:lnTo>
                    <a:pt x="1298701" y="7315200"/>
                  </a:lnTo>
                  <a:lnTo>
                    <a:pt x="1308353" y="7315200"/>
                  </a:lnTo>
                  <a:lnTo>
                    <a:pt x="9779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954527" y="63500"/>
              <a:ext cx="2392295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295">
                  <a:moveTo>
                    <a:pt x="2157092" y="0"/>
                  </a:moveTo>
                  <a:lnTo>
                    <a:pt x="0" y="7315200"/>
                  </a:lnTo>
                  <a:lnTo>
                    <a:pt x="2392296" y="7315200"/>
                  </a:lnTo>
                  <a:lnTo>
                    <a:pt x="2392296" y="8509"/>
                  </a:lnTo>
                  <a:lnTo>
                    <a:pt x="2157600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286632" y="63500"/>
              <a:ext cx="2060318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318">
                  <a:moveTo>
                    <a:pt x="0" y="0"/>
                  </a:moveTo>
                  <a:lnTo>
                    <a:pt x="1280285" y="7315200"/>
                  </a:lnTo>
                  <a:lnTo>
                    <a:pt x="2060318" y="7315200"/>
                  </a:lnTo>
                  <a:lnTo>
                    <a:pt x="2060318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89606" y="4262374"/>
              <a:ext cx="2657217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17">
                  <a:moveTo>
                    <a:pt x="2657217" y="0"/>
                  </a:moveTo>
                  <a:lnTo>
                    <a:pt x="0" y="3116326"/>
                  </a:lnTo>
                  <a:lnTo>
                    <a:pt x="2657217" y="3116326"/>
                  </a:lnTo>
                  <a:lnTo>
                    <a:pt x="2657217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80003" y="63500"/>
              <a:ext cx="22668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0">
                  <a:moveTo>
                    <a:pt x="0" y="0"/>
                  </a:moveTo>
                  <a:lnTo>
                    <a:pt x="1976752" y="7315200"/>
                  </a:lnTo>
                  <a:lnTo>
                    <a:pt x="2266820" y="7315200"/>
                  </a:lnTo>
                  <a:lnTo>
                    <a:pt x="226682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451601" y="63500"/>
              <a:ext cx="895349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49">
                  <a:moveTo>
                    <a:pt x="720089" y="0"/>
                  </a:moveTo>
                  <a:lnTo>
                    <a:pt x="0" y="7315200"/>
                  </a:lnTo>
                  <a:lnTo>
                    <a:pt x="895349" y="7315200"/>
                  </a:lnTo>
                  <a:lnTo>
                    <a:pt x="895349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236336" y="63500"/>
              <a:ext cx="1110486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6">
                  <a:moveTo>
                    <a:pt x="0" y="0"/>
                  </a:moveTo>
                  <a:lnTo>
                    <a:pt x="999489" y="7315200"/>
                  </a:lnTo>
                  <a:lnTo>
                    <a:pt x="1110487" y="7315200"/>
                  </a:lnTo>
                  <a:lnTo>
                    <a:pt x="1110487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213222" y="5333365"/>
              <a:ext cx="1133600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0">
                  <a:moveTo>
                    <a:pt x="1133601" y="0"/>
                  </a:moveTo>
                  <a:lnTo>
                    <a:pt x="0" y="2045335"/>
                  </a:lnTo>
                  <a:lnTo>
                    <a:pt x="1133601" y="2045335"/>
                  </a:lnTo>
                  <a:lnTo>
                    <a:pt x="113360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231498" y="1056113"/>
            <a:ext cx="87830" cy="47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5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6146" y="4037438"/>
            <a:ext cx="3972049" cy="35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49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Poor Data Management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6146" y="5386170"/>
            <a:ext cx="3503343" cy="35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Communication Gap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506" y="2586234"/>
            <a:ext cx="5461992" cy="35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Limitations of Traditional Systems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85540" y="2782433"/>
            <a:ext cx="87830" cy="35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506" y="1016483"/>
            <a:ext cx="5499327" cy="35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Importance of Campus Placements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79987" y="1487033"/>
            <a:ext cx="87830" cy="35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1141" y="1477508"/>
            <a:ext cx="7456289" cy="304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23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Campus placements plays vital role in shaping students' careers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1142" y="1801358"/>
            <a:ext cx="8565280" cy="304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23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provide opportunities for employment and professional growth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1142" y="2991983"/>
            <a:ext cx="4663559" cy="304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23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Placement processes are mostly manual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1142" y="3403502"/>
            <a:ext cx="5177433" cy="304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23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 and prone to human errors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279" y="4468206"/>
            <a:ext cx="5879664" cy="304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163" indent="-249581" lvl="1">
              <a:lnSpc>
                <a:spcPts val="2173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scattered across spreadsheets and files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506" y="4872081"/>
            <a:ext cx="6327934" cy="304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163" indent="-249581" lvl="1">
              <a:lnSpc>
                <a:spcPts val="2173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 to organize,access, and maintain records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279" y="5820082"/>
            <a:ext cx="8983618" cy="5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163" indent="-249581" lvl="1">
              <a:lnSpc>
                <a:spcPts val="2173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proper communication between students and placement cell Leads to delays, confusion, and missed opportunities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204802" y="104712"/>
            <a:ext cx="2460031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7174"/>
            <a:ext cx="479736" cy="3028026"/>
            <a:chOff x="0" y="0"/>
            <a:chExt cx="479743" cy="30280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6261"/>
              <a:ext cx="476635" cy="2971801"/>
            </a:xfrm>
            <a:custGeom>
              <a:avLst/>
              <a:gdLst/>
              <a:ahLst/>
              <a:cxnLst/>
              <a:rect r="r" b="b" t="t" l="l"/>
              <a:pathLst>
                <a:path h="2971801" w="476635">
                  <a:moveTo>
                    <a:pt x="0" y="0"/>
                  </a:moveTo>
                  <a:lnTo>
                    <a:pt x="0" y="2971801"/>
                  </a:lnTo>
                  <a:lnTo>
                    <a:pt x="476635" y="29718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06742" y="-63503"/>
            <a:ext cx="4410361" cy="7442197"/>
            <a:chOff x="0" y="0"/>
            <a:chExt cx="4410354" cy="7442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4422" y="4527423"/>
              <a:ext cx="4272401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1">
                  <a:moveTo>
                    <a:pt x="4272401" y="0"/>
                  </a:moveTo>
                  <a:lnTo>
                    <a:pt x="0" y="2851277"/>
                  </a:lnTo>
                  <a:lnTo>
                    <a:pt x="17272" y="2851277"/>
                  </a:lnTo>
                  <a:lnTo>
                    <a:pt x="4272401" y="11430"/>
                  </a:lnTo>
                  <a:lnTo>
                    <a:pt x="4272401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107054" y="63500"/>
              <a:ext cx="1308353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3">
                  <a:moveTo>
                    <a:pt x="0" y="0"/>
                  </a:moveTo>
                  <a:lnTo>
                    <a:pt x="1298701" y="7315200"/>
                  </a:lnTo>
                  <a:lnTo>
                    <a:pt x="1308353" y="7315200"/>
                  </a:lnTo>
                  <a:lnTo>
                    <a:pt x="9779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54527" y="63500"/>
              <a:ext cx="2392295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295">
                  <a:moveTo>
                    <a:pt x="2157092" y="0"/>
                  </a:moveTo>
                  <a:lnTo>
                    <a:pt x="0" y="7315200"/>
                  </a:lnTo>
                  <a:lnTo>
                    <a:pt x="2392296" y="7315200"/>
                  </a:lnTo>
                  <a:lnTo>
                    <a:pt x="2392296" y="8509"/>
                  </a:lnTo>
                  <a:lnTo>
                    <a:pt x="2157600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86632" y="63500"/>
              <a:ext cx="2060318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318">
                  <a:moveTo>
                    <a:pt x="0" y="0"/>
                  </a:moveTo>
                  <a:lnTo>
                    <a:pt x="1280285" y="7315200"/>
                  </a:lnTo>
                  <a:lnTo>
                    <a:pt x="2060318" y="7315200"/>
                  </a:lnTo>
                  <a:lnTo>
                    <a:pt x="2060318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89606" y="4262374"/>
              <a:ext cx="2657217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17">
                  <a:moveTo>
                    <a:pt x="2657217" y="0"/>
                  </a:moveTo>
                  <a:lnTo>
                    <a:pt x="0" y="3116326"/>
                  </a:lnTo>
                  <a:lnTo>
                    <a:pt x="2657217" y="3116326"/>
                  </a:lnTo>
                  <a:lnTo>
                    <a:pt x="2657217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0003" y="63500"/>
              <a:ext cx="22668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0">
                  <a:moveTo>
                    <a:pt x="0" y="0"/>
                  </a:moveTo>
                  <a:lnTo>
                    <a:pt x="1976752" y="7315200"/>
                  </a:lnTo>
                  <a:lnTo>
                    <a:pt x="2266820" y="7315200"/>
                  </a:lnTo>
                  <a:lnTo>
                    <a:pt x="226682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451601" y="63500"/>
              <a:ext cx="895349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49">
                  <a:moveTo>
                    <a:pt x="720089" y="0"/>
                  </a:moveTo>
                  <a:lnTo>
                    <a:pt x="0" y="7315200"/>
                  </a:lnTo>
                  <a:lnTo>
                    <a:pt x="895349" y="7315200"/>
                  </a:lnTo>
                  <a:lnTo>
                    <a:pt x="895349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236336" y="63500"/>
              <a:ext cx="1110486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6">
                  <a:moveTo>
                    <a:pt x="0" y="0"/>
                  </a:moveTo>
                  <a:lnTo>
                    <a:pt x="999489" y="7315200"/>
                  </a:lnTo>
                  <a:lnTo>
                    <a:pt x="1110487" y="7315200"/>
                  </a:lnTo>
                  <a:lnTo>
                    <a:pt x="1110487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213222" y="5333365"/>
              <a:ext cx="1133600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0">
                  <a:moveTo>
                    <a:pt x="1133601" y="0"/>
                  </a:moveTo>
                  <a:lnTo>
                    <a:pt x="0" y="2045335"/>
                  </a:lnTo>
                  <a:lnTo>
                    <a:pt x="1133601" y="2045335"/>
                  </a:lnTo>
                  <a:lnTo>
                    <a:pt x="113360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0" y="970959"/>
            <a:ext cx="9753600" cy="6344241"/>
          </a:xfrm>
          <a:custGeom>
            <a:avLst/>
            <a:gdLst/>
            <a:ahLst/>
            <a:cxnLst/>
            <a:rect r="r" b="b" t="t" l="l"/>
            <a:pathLst>
              <a:path h="6344241" w="9753600">
                <a:moveTo>
                  <a:pt x="0" y="0"/>
                </a:moveTo>
                <a:lnTo>
                  <a:pt x="9753600" y="0"/>
                </a:lnTo>
                <a:lnTo>
                  <a:pt x="9753600" y="6344241"/>
                </a:lnTo>
                <a:lnTo>
                  <a:pt x="0" y="634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73" r="0" b="-101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07692" y="1104976"/>
            <a:ext cx="100384" cy="59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9"/>
              </a:lnSpc>
            </a:pP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66430" y="56656"/>
            <a:ext cx="4047601" cy="54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Overview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3503" y="-63503"/>
            <a:ext cx="9880597" cy="7442197"/>
            <a:chOff x="0" y="0"/>
            <a:chExt cx="9880600" cy="7442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466001" y="124549"/>
            <a:ext cx="4673798" cy="61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 &amp; Objectives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1763" y="896699"/>
            <a:ext cx="1626275" cy="4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7047" y="1351689"/>
            <a:ext cx="8086563" cy="105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163" indent="-249581" lvl="1">
              <a:lnSpc>
                <a:spcPts val="2748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and automate manual placement processes</a:t>
            </a:r>
          </a:p>
          <a:p>
            <a:pPr algn="l" marL="499163" indent="-249581" lvl="1">
              <a:lnSpc>
                <a:spcPts val="2748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Centralize data for easy access and management</a:t>
            </a:r>
          </a:p>
          <a:p>
            <a:pPr algn="l" marL="499163" indent="-249581" lvl="1">
              <a:lnSpc>
                <a:spcPts val="2748"/>
              </a:lnSpc>
              <a:buFont typeface="Arial"/>
              <a:buChar char="•"/>
            </a:pPr>
            <a:r>
              <a:rPr lang="en-US" sz="23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communication between students and placement cell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1763" y="2802989"/>
            <a:ext cx="1580245" cy="47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7047" y="3256280"/>
            <a:ext cx="8438359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efficient placement management system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7047" y="3645535"/>
            <a:ext cx="8438359" cy="80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student registration, job application, and tracking features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3721" y="4396740"/>
            <a:ext cx="843835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enable smooth coordination between admin and students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3721" y="4779010"/>
            <a:ext cx="8438359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manage job posting effectively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585" y="0"/>
            <a:ext cx="9508429" cy="7131322"/>
          </a:xfrm>
          <a:custGeom>
            <a:avLst/>
            <a:gdLst/>
            <a:ahLst/>
            <a:cxnLst/>
            <a:rect r="r" b="b" t="t" l="l"/>
            <a:pathLst>
              <a:path h="7131322" w="9508429">
                <a:moveTo>
                  <a:pt x="0" y="0"/>
                </a:moveTo>
                <a:lnTo>
                  <a:pt x="9508430" y="0"/>
                </a:lnTo>
                <a:lnTo>
                  <a:pt x="9508430" y="7131322"/>
                </a:lnTo>
                <a:lnTo>
                  <a:pt x="0" y="7131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61797" y="1136777"/>
              <a:ext cx="9019286" cy="38100"/>
            </a:xfrm>
            <a:custGeom>
              <a:avLst/>
              <a:gdLst/>
              <a:ahLst/>
              <a:cxnLst/>
              <a:rect r="r" b="b" t="t" l="l"/>
              <a:pathLst>
                <a:path h="38100" w="9019286">
                  <a:moveTo>
                    <a:pt x="0" y="0"/>
                  </a:moveTo>
                  <a:lnTo>
                    <a:pt x="0" y="38100"/>
                  </a:lnTo>
                  <a:lnTo>
                    <a:pt x="3983228" y="38100"/>
                  </a:lnTo>
                  <a:lnTo>
                    <a:pt x="3983228" y="0"/>
                  </a:lnTo>
                  <a:close/>
                  <a:moveTo>
                    <a:pt x="8251825" y="0"/>
                  </a:moveTo>
                  <a:lnTo>
                    <a:pt x="8251825" y="38100"/>
                  </a:lnTo>
                  <a:lnTo>
                    <a:pt x="8540623" y="38100"/>
                  </a:lnTo>
                  <a:lnTo>
                    <a:pt x="8540623" y="0"/>
                  </a:lnTo>
                  <a:close/>
                  <a:moveTo>
                    <a:pt x="9019286" y="0"/>
                  </a:moveTo>
                  <a:lnTo>
                    <a:pt x="9019286" y="38100"/>
                  </a:lnTo>
                  <a:lnTo>
                    <a:pt x="5868543" y="38100"/>
                  </a:lnTo>
                  <a:lnTo>
                    <a:pt x="58685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530340" y="1136777"/>
              <a:ext cx="110744" cy="38100"/>
            </a:xfrm>
            <a:custGeom>
              <a:avLst/>
              <a:gdLst/>
              <a:ahLst/>
              <a:cxnLst/>
              <a:rect r="r" b="b" t="t" l="l"/>
              <a:pathLst>
                <a:path h="38100" w="110744">
                  <a:moveTo>
                    <a:pt x="0" y="0"/>
                  </a:moveTo>
                  <a:lnTo>
                    <a:pt x="110744" y="0"/>
                  </a:lnTo>
                  <a:lnTo>
                    <a:pt x="11074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87566" y="598265"/>
            <a:ext cx="6211843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Limitations of existing Systems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8313" y="1551803"/>
            <a:ext cx="3034227" cy="42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Manual Processes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21188" y="1954139"/>
            <a:ext cx="87830" cy="42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8313" y="1954139"/>
            <a:ext cx="6194517" cy="42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Time-consumingand prone to human errors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8313" y="2363714"/>
            <a:ext cx="7374064" cy="411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Increases workload for placement cell 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Poor Data Management 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scattered across multiple files and spreadsheets Difficult to organize and retrieve information 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Lack of Real-Time Updates 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do not receive timely notifications Causes delays in important information 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Communication Issues 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between students and placement cell Leads to confusion and missed opportunities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66416" y="798830"/>
              <a:ext cx="3578987" cy="38100"/>
            </a:xfrm>
            <a:custGeom>
              <a:avLst/>
              <a:gdLst/>
              <a:ahLst/>
              <a:cxnLst/>
              <a:rect r="r" b="b" t="t" l="l"/>
              <a:pathLst>
                <a:path h="38100" w="3578987">
                  <a:moveTo>
                    <a:pt x="0" y="0"/>
                  </a:moveTo>
                  <a:lnTo>
                    <a:pt x="3578987" y="0"/>
                  </a:lnTo>
                  <a:lnTo>
                    <a:pt x="357898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145403" y="798830"/>
              <a:ext cx="110744" cy="38100"/>
            </a:xfrm>
            <a:custGeom>
              <a:avLst/>
              <a:gdLst/>
              <a:ahLst/>
              <a:cxnLst/>
              <a:rect r="r" b="b" t="t" l="l"/>
              <a:pathLst>
                <a:path h="38100" w="110744">
                  <a:moveTo>
                    <a:pt x="0" y="0"/>
                  </a:moveTo>
                  <a:lnTo>
                    <a:pt x="110744" y="0"/>
                  </a:lnTo>
                  <a:lnTo>
                    <a:pt x="11074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392147" y="260328"/>
            <a:ext cx="3876484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Problem statement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9769" y="1690516"/>
            <a:ext cx="8351720" cy="218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2421" spc="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existing campus placement process is manual and inefficient, with scattered data across multiple sources, poor communication between students and the placement cell, and lack of real-time updates, making it difficult for students to apply, track opportunities, and for administrators to manage the overall process effectively.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90880" y="707390"/>
              <a:ext cx="7438009" cy="38100"/>
            </a:xfrm>
            <a:custGeom>
              <a:avLst/>
              <a:gdLst/>
              <a:ahLst/>
              <a:cxnLst/>
              <a:rect r="r" b="b" t="t" l="l"/>
              <a:pathLst>
                <a:path h="38100" w="7438009">
                  <a:moveTo>
                    <a:pt x="0" y="0"/>
                  </a:moveTo>
                  <a:lnTo>
                    <a:pt x="0" y="38100"/>
                  </a:lnTo>
                  <a:lnTo>
                    <a:pt x="676529" y="38100"/>
                  </a:lnTo>
                  <a:lnTo>
                    <a:pt x="676529" y="0"/>
                  </a:lnTo>
                  <a:close/>
                  <a:moveTo>
                    <a:pt x="1502918" y="0"/>
                  </a:moveTo>
                  <a:lnTo>
                    <a:pt x="1502918" y="38100"/>
                  </a:lnTo>
                  <a:lnTo>
                    <a:pt x="3896995" y="38100"/>
                  </a:lnTo>
                  <a:lnTo>
                    <a:pt x="3896995" y="0"/>
                  </a:lnTo>
                  <a:close/>
                  <a:moveTo>
                    <a:pt x="7374509" y="0"/>
                  </a:moveTo>
                  <a:lnTo>
                    <a:pt x="7374509" y="38100"/>
                  </a:lnTo>
                  <a:lnTo>
                    <a:pt x="7438009" y="38100"/>
                  </a:lnTo>
                  <a:lnTo>
                    <a:pt x="743800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017843" y="-152400"/>
            <a:ext cx="4367212" cy="679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0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Methodology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0484" y="733501"/>
            <a:ext cx="78429" cy="61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2"/>
              </a:lnSpc>
            </a:pPr>
            <a:r>
              <a:rPr lang="en-US" b="true" sz="242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568" y="1088988"/>
            <a:ext cx="4320421" cy="42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3"/>
              </a:lnSpc>
            </a:pPr>
            <a:r>
              <a:rPr lang="en-US" b="true" sz="272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</a:t>
            </a:r>
            <a:r>
              <a:rPr lang="en-US" b="true" sz="272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72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</a:t>
            </a:r>
            <a:r>
              <a:rPr lang="en-US" b="true" sz="272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72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Overview: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1621" y="1336643"/>
            <a:ext cx="78429" cy="37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4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3440" y="3503828"/>
            <a:ext cx="87830" cy="42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9118" y="3976165"/>
            <a:ext cx="8709374" cy="275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Module (Login &amp; Signup) – Secure access for students and admin.</a:t>
            </a:r>
          </a:p>
          <a:p>
            <a:pPr algn="l">
              <a:lnSpc>
                <a:spcPts val="2741"/>
              </a:lnSpc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Dashboard Module (Overview) – Admin: Placement statistics and updates; Students: Applied companies, upcoming drives. </a:t>
            </a:r>
          </a:p>
          <a:p>
            <a:pPr algn="l">
              <a:lnSpc>
                <a:spcPts val="2741"/>
              </a:lnSpc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Management Module – Students can register, update profiles, and apply for companies.</a:t>
            </a:r>
          </a:p>
          <a:p>
            <a:pPr algn="l">
              <a:lnSpc>
                <a:spcPts val="2741"/>
              </a:lnSpc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Application Tracking Module – Track application status, interview schedules, and notifications.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3407" y="1708128"/>
            <a:ext cx="8746777" cy="138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2"/>
              </a:lnSpc>
            </a:pPr>
            <a:r>
              <a:rPr lang="en-US" sz="2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 introduces a web-based Campus Placement Portal thathelps students and the placement cell manage placement activities digitally, streamlining applications, tracking, and communication in an organized manner.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0568" y="3456203"/>
            <a:ext cx="3502657" cy="47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5727" y="496253"/>
            <a:ext cx="2775585" cy="297180"/>
            <a:chOff x="0" y="0"/>
            <a:chExt cx="3700780" cy="396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221" y="12694"/>
              <a:ext cx="3600944" cy="336005"/>
            </a:xfrm>
            <a:custGeom>
              <a:avLst/>
              <a:gdLst/>
              <a:ahLst/>
              <a:cxnLst/>
              <a:rect r="r" b="b" t="t" l="l"/>
              <a:pathLst>
                <a:path h="336005" w="3600944">
                  <a:moveTo>
                    <a:pt x="800409" y="167646"/>
                  </a:moveTo>
                  <a:cubicBezTo>
                    <a:pt x="1045519" y="214636"/>
                    <a:pt x="1331269" y="219716"/>
                    <a:pt x="1558599" y="227336"/>
                  </a:cubicBezTo>
                  <a:cubicBezTo>
                    <a:pt x="1817679" y="234956"/>
                    <a:pt x="2194869" y="224796"/>
                    <a:pt x="2387909" y="238766"/>
                  </a:cubicBezTo>
                  <a:cubicBezTo>
                    <a:pt x="2493319" y="246386"/>
                    <a:pt x="2594919" y="247656"/>
                    <a:pt x="2630479" y="271786"/>
                  </a:cubicBezTo>
                  <a:cubicBezTo>
                    <a:pt x="2644449" y="281946"/>
                    <a:pt x="2653339" y="297186"/>
                    <a:pt x="2650799" y="307346"/>
                  </a:cubicBezTo>
                  <a:cubicBezTo>
                    <a:pt x="2649529" y="317506"/>
                    <a:pt x="2634289" y="327666"/>
                    <a:pt x="2617779" y="332746"/>
                  </a:cubicBezTo>
                  <a:cubicBezTo>
                    <a:pt x="2586029" y="341636"/>
                    <a:pt x="2526339" y="330206"/>
                    <a:pt x="2461569" y="323856"/>
                  </a:cubicBezTo>
                  <a:cubicBezTo>
                    <a:pt x="2353619" y="312426"/>
                    <a:pt x="2187249" y="270516"/>
                    <a:pt x="2036119" y="257816"/>
                  </a:cubicBezTo>
                  <a:cubicBezTo>
                    <a:pt x="1864669" y="242576"/>
                    <a:pt x="1552249" y="270516"/>
                    <a:pt x="1486209" y="248926"/>
                  </a:cubicBezTo>
                  <a:cubicBezTo>
                    <a:pt x="1469699" y="243846"/>
                    <a:pt x="1462079" y="238766"/>
                    <a:pt x="1458269" y="229876"/>
                  </a:cubicBezTo>
                  <a:cubicBezTo>
                    <a:pt x="1455729" y="219716"/>
                    <a:pt x="1456999" y="203206"/>
                    <a:pt x="1472239" y="193046"/>
                  </a:cubicBezTo>
                  <a:cubicBezTo>
                    <a:pt x="1570029" y="127006"/>
                    <a:pt x="2923849" y="160026"/>
                    <a:pt x="3047039" y="207016"/>
                  </a:cubicBezTo>
                  <a:cubicBezTo>
                    <a:pt x="3066089" y="214636"/>
                    <a:pt x="3073709" y="223526"/>
                    <a:pt x="3074979" y="232416"/>
                  </a:cubicBezTo>
                  <a:cubicBezTo>
                    <a:pt x="3074979" y="242576"/>
                    <a:pt x="3066089" y="255276"/>
                    <a:pt x="3045769" y="264166"/>
                  </a:cubicBezTo>
                  <a:cubicBezTo>
                    <a:pt x="2926389" y="318776"/>
                    <a:pt x="1677979" y="311156"/>
                    <a:pt x="1556059" y="265436"/>
                  </a:cubicBezTo>
                  <a:cubicBezTo>
                    <a:pt x="1537009" y="257816"/>
                    <a:pt x="1530659" y="248926"/>
                    <a:pt x="1526849" y="240036"/>
                  </a:cubicBezTo>
                  <a:cubicBezTo>
                    <a:pt x="1525579" y="232416"/>
                    <a:pt x="1528119" y="224796"/>
                    <a:pt x="1531929" y="219716"/>
                  </a:cubicBezTo>
                  <a:cubicBezTo>
                    <a:pt x="1537009" y="213366"/>
                    <a:pt x="1543359" y="209556"/>
                    <a:pt x="1556059" y="207016"/>
                  </a:cubicBezTo>
                  <a:cubicBezTo>
                    <a:pt x="1591619" y="198126"/>
                    <a:pt x="1665279" y="208286"/>
                    <a:pt x="1763069" y="205746"/>
                  </a:cubicBezTo>
                  <a:cubicBezTo>
                    <a:pt x="2006909" y="198126"/>
                    <a:pt x="2932739" y="83826"/>
                    <a:pt x="3034339" y="132086"/>
                  </a:cubicBezTo>
                  <a:cubicBezTo>
                    <a:pt x="3052119" y="139706"/>
                    <a:pt x="3058469" y="153676"/>
                    <a:pt x="3057199" y="163836"/>
                  </a:cubicBezTo>
                  <a:cubicBezTo>
                    <a:pt x="3055929" y="172726"/>
                    <a:pt x="3048309" y="182886"/>
                    <a:pt x="3029259" y="190506"/>
                  </a:cubicBezTo>
                  <a:cubicBezTo>
                    <a:pt x="2911149" y="237496"/>
                    <a:pt x="1992939" y="170186"/>
                    <a:pt x="1580189" y="181616"/>
                  </a:cubicBezTo>
                  <a:cubicBezTo>
                    <a:pt x="1271579" y="189236"/>
                    <a:pt x="860099" y="257816"/>
                    <a:pt x="771199" y="231146"/>
                  </a:cubicBezTo>
                  <a:cubicBezTo>
                    <a:pt x="752149" y="224796"/>
                    <a:pt x="743259" y="215906"/>
                    <a:pt x="739449" y="207016"/>
                  </a:cubicBezTo>
                  <a:cubicBezTo>
                    <a:pt x="736909" y="200666"/>
                    <a:pt x="738179" y="191776"/>
                    <a:pt x="741989" y="185426"/>
                  </a:cubicBezTo>
                  <a:cubicBezTo>
                    <a:pt x="747069" y="179076"/>
                    <a:pt x="750879" y="173996"/>
                    <a:pt x="766119" y="170186"/>
                  </a:cubicBezTo>
                  <a:cubicBezTo>
                    <a:pt x="853749" y="146056"/>
                    <a:pt x="1427789" y="194316"/>
                    <a:pt x="1733859" y="200666"/>
                  </a:cubicBezTo>
                  <a:cubicBezTo>
                    <a:pt x="2009449" y="205746"/>
                    <a:pt x="2443789" y="167646"/>
                    <a:pt x="2517449" y="207016"/>
                  </a:cubicBezTo>
                  <a:cubicBezTo>
                    <a:pt x="2533959" y="215906"/>
                    <a:pt x="2540309" y="229876"/>
                    <a:pt x="2539039" y="238766"/>
                  </a:cubicBezTo>
                  <a:cubicBezTo>
                    <a:pt x="2537769" y="248926"/>
                    <a:pt x="2527609" y="257816"/>
                    <a:pt x="2511099" y="264166"/>
                  </a:cubicBezTo>
                  <a:cubicBezTo>
                    <a:pt x="2450139" y="285756"/>
                    <a:pt x="2173279" y="261626"/>
                    <a:pt x="2046279" y="255276"/>
                  </a:cubicBezTo>
                  <a:cubicBezTo>
                    <a:pt x="1957379" y="250196"/>
                    <a:pt x="1907849" y="247656"/>
                    <a:pt x="1821489" y="234956"/>
                  </a:cubicBezTo>
                  <a:cubicBezTo>
                    <a:pt x="1702109" y="218446"/>
                    <a:pt x="1540819" y="170186"/>
                    <a:pt x="1397309" y="151136"/>
                  </a:cubicBezTo>
                  <a:cubicBezTo>
                    <a:pt x="1251259" y="132086"/>
                    <a:pt x="1117909" y="128276"/>
                    <a:pt x="952809" y="120656"/>
                  </a:cubicBezTo>
                  <a:cubicBezTo>
                    <a:pt x="745799" y="109226"/>
                    <a:pt x="326699" y="129546"/>
                    <a:pt x="250499" y="99066"/>
                  </a:cubicBezTo>
                  <a:cubicBezTo>
                    <a:pt x="232719" y="91446"/>
                    <a:pt x="223829" y="82556"/>
                    <a:pt x="222559" y="72396"/>
                  </a:cubicBezTo>
                  <a:cubicBezTo>
                    <a:pt x="221289" y="63506"/>
                    <a:pt x="227639" y="50806"/>
                    <a:pt x="244149" y="41916"/>
                  </a:cubicBezTo>
                  <a:cubicBezTo>
                    <a:pt x="359719" y="-16504"/>
                    <a:pt x="1775769" y="-10154"/>
                    <a:pt x="1904039" y="38106"/>
                  </a:cubicBezTo>
                  <a:cubicBezTo>
                    <a:pt x="1924359" y="45726"/>
                    <a:pt x="1931979" y="54616"/>
                    <a:pt x="1933249" y="64776"/>
                  </a:cubicBezTo>
                  <a:cubicBezTo>
                    <a:pt x="1935789" y="72396"/>
                    <a:pt x="1929439" y="85096"/>
                    <a:pt x="1924359" y="90176"/>
                  </a:cubicBezTo>
                  <a:cubicBezTo>
                    <a:pt x="1919279" y="95256"/>
                    <a:pt x="1916739" y="95256"/>
                    <a:pt x="1904039" y="97796"/>
                  </a:cubicBezTo>
                  <a:cubicBezTo>
                    <a:pt x="1807519" y="115576"/>
                    <a:pt x="871529" y="86366"/>
                    <a:pt x="545139" y="96526"/>
                  </a:cubicBezTo>
                  <a:cubicBezTo>
                    <a:pt x="360989" y="102876"/>
                    <a:pt x="188269" y="134626"/>
                    <a:pt x="113339" y="124466"/>
                  </a:cubicBezTo>
                  <a:cubicBezTo>
                    <a:pt x="85399" y="120656"/>
                    <a:pt x="57459" y="105416"/>
                    <a:pt x="57459" y="104146"/>
                  </a:cubicBezTo>
                  <a:cubicBezTo>
                    <a:pt x="58729" y="102876"/>
                    <a:pt x="186999" y="142246"/>
                    <a:pt x="254309" y="153676"/>
                  </a:cubicBezTo>
                  <a:cubicBezTo>
                    <a:pt x="320349" y="166376"/>
                    <a:pt x="359719" y="168916"/>
                    <a:pt x="457509" y="175266"/>
                  </a:cubicBezTo>
                  <a:cubicBezTo>
                    <a:pt x="698809" y="189236"/>
                    <a:pt x="1656389" y="137166"/>
                    <a:pt x="1730049" y="196856"/>
                  </a:cubicBezTo>
                  <a:cubicBezTo>
                    <a:pt x="1741479" y="205746"/>
                    <a:pt x="1741479" y="220986"/>
                    <a:pt x="1737669" y="229876"/>
                  </a:cubicBezTo>
                  <a:cubicBezTo>
                    <a:pt x="1733859" y="238766"/>
                    <a:pt x="1727509" y="243846"/>
                    <a:pt x="1709729" y="248926"/>
                  </a:cubicBezTo>
                  <a:cubicBezTo>
                    <a:pt x="1591619" y="285756"/>
                    <a:pt x="368609" y="292106"/>
                    <a:pt x="250499" y="247656"/>
                  </a:cubicBezTo>
                  <a:cubicBezTo>
                    <a:pt x="231449" y="240036"/>
                    <a:pt x="222559" y="232416"/>
                    <a:pt x="222559" y="222256"/>
                  </a:cubicBezTo>
                  <a:cubicBezTo>
                    <a:pt x="221289" y="213366"/>
                    <a:pt x="228909" y="200666"/>
                    <a:pt x="250499" y="190506"/>
                  </a:cubicBezTo>
                  <a:cubicBezTo>
                    <a:pt x="438459" y="105416"/>
                    <a:pt x="3411529" y="102876"/>
                    <a:pt x="3579169" y="191776"/>
                  </a:cubicBezTo>
                  <a:cubicBezTo>
                    <a:pt x="3596949" y="200666"/>
                    <a:pt x="3602029" y="213366"/>
                    <a:pt x="3600759" y="222256"/>
                  </a:cubicBezTo>
                  <a:cubicBezTo>
                    <a:pt x="3599489" y="232416"/>
                    <a:pt x="3590599" y="241306"/>
                    <a:pt x="3572819" y="247656"/>
                  </a:cubicBezTo>
                  <a:cubicBezTo>
                    <a:pt x="3491539" y="274326"/>
                    <a:pt x="3135939" y="205746"/>
                    <a:pt x="2817169" y="191776"/>
                  </a:cubicBezTo>
                  <a:cubicBezTo>
                    <a:pt x="2273609" y="168916"/>
                    <a:pt x="757229" y="223526"/>
                    <a:pt x="606099" y="165106"/>
                  </a:cubicBezTo>
                  <a:cubicBezTo>
                    <a:pt x="587049" y="157486"/>
                    <a:pt x="579429" y="148596"/>
                    <a:pt x="578159" y="138436"/>
                  </a:cubicBezTo>
                  <a:cubicBezTo>
                    <a:pt x="575619" y="130816"/>
                    <a:pt x="581969" y="119386"/>
                    <a:pt x="587049" y="113036"/>
                  </a:cubicBezTo>
                  <a:cubicBezTo>
                    <a:pt x="592129" y="109226"/>
                    <a:pt x="594669" y="107956"/>
                    <a:pt x="606099" y="106686"/>
                  </a:cubicBezTo>
                  <a:cubicBezTo>
                    <a:pt x="692459" y="90176"/>
                    <a:pt x="1352859" y="88906"/>
                    <a:pt x="1698299" y="83826"/>
                  </a:cubicBezTo>
                  <a:cubicBezTo>
                    <a:pt x="2009449" y="77476"/>
                    <a:pt x="2494589" y="38106"/>
                    <a:pt x="2584759" y="72396"/>
                  </a:cubicBezTo>
                  <a:cubicBezTo>
                    <a:pt x="2603809" y="78746"/>
                    <a:pt x="2612699" y="88906"/>
                    <a:pt x="2615239" y="97796"/>
                  </a:cubicBezTo>
                  <a:cubicBezTo>
                    <a:pt x="2616509" y="106686"/>
                    <a:pt x="2613969" y="119386"/>
                    <a:pt x="2598729" y="128276"/>
                  </a:cubicBezTo>
                  <a:cubicBezTo>
                    <a:pt x="2494589" y="191776"/>
                    <a:pt x="960429" y="180346"/>
                    <a:pt x="828349" y="130816"/>
                  </a:cubicBezTo>
                  <a:cubicBezTo>
                    <a:pt x="808029" y="123196"/>
                    <a:pt x="800409" y="114306"/>
                    <a:pt x="799139" y="105416"/>
                  </a:cubicBezTo>
                  <a:cubicBezTo>
                    <a:pt x="799139" y="95256"/>
                    <a:pt x="810569" y="80016"/>
                    <a:pt x="828349" y="72396"/>
                  </a:cubicBezTo>
                  <a:cubicBezTo>
                    <a:pt x="877879" y="53346"/>
                    <a:pt x="1035359" y="102876"/>
                    <a:pt x="1176329" y="111766"/>
                  </a:cubicBezTo>
                  <a:cubicBezTo>
                    <a:pt x="1390959" y="125736"/>
                    <a:pt x="1928169" y="85096"/>
                    <a:pt x="1994209" y="125736"/>
                  </a:cubicBezTo>
                  <a:cubicBezTo>
                    <a:pt x="2008179" y="134626"/>
                    <a:pt x="2011989" y="146056"/>
                    <a:pt x="2009449" y="154946"/>
                  </a:cubicBezTo>
                  <a:cubicBezTo>
                    <a:pt x="2008179" y="165106"/>
                    <a:pt x="2000559" y="172726"/>
                    <a:pt x="1981509" y="180346"/>
                  </a:cubicBezTo>
                  <a:cubicBezTo>
                    <a:pt x="1874829" y="220986"/>
                    <a:pt x="885499" y="223526"/>
                    <a:pt x="777549" y="181616"/>
                  </a:cubicBezTo>
                  <a:cubicBezTo>
                    <a:pt x="757229" y="175266"/>
                    <a:pt x="748339" y="165106"/>
                    <a:pt x="747069" y="156216"/>
                  </a:cubicBezTo>
                  <a:cubicBezTo>
                    <a:pt x="745799" y="146056"/>
                    <a:pt x="754689" y="129546"/>
                    <a:pt x="769929" y="123196"/>
                  </a:cubicBezTo>
                  <a:cubicBezTo>
                    <a:pt x="809299" y="104146"/>
                    <a:pt x="922329" y="137166"/>
                    <a:pt x="1039169" y="142246"/>
                  </a:cubicBezTo>
                  <a:cubicBezTo>
                    <a:pt x="1257609" y="151136"/>
                    <a:pt x="1905309" y="113036"/>
                    <a:pt x="1978969" y="158756"/>
                  </a:cubicBezTo>
                  <a:cubicBezTo>
                    <a:pt x="1992939" y="167646"/>
                    <a:pt x="1995479" y="180346"/>
                    <a:pt x="1994209" y="189236"/>
                  </a:cubicBezTo>
                  <a:cubicBezTo>
                    <a:pt x="1992939" y="198126"/>
                    <a:pt x="1986589" y="207016"/>
                    <a:pt x="1971349" y="214636"/>
                  </a:cubicBezTo>
                  <a:cubicBezTo>
                    <a:pt x="1895149" y="252736"/>
                    <a:pt x="1251259" y="311156"/>
                    <a:pt x="1168709" y="279406"/>
                  </a:cubicBezTo>
                  <a:cubicBezTo>
                    <a:pt x="1149659" y="273056"/>
                    <a:pt x="1140769" y="260356"/>
                    <a:pt x="1140769" y="250196"/>
                  </a:cubicBezTo>
                  <a:cubicBezTo>
                    <a:pt x="1140769" y="240036"/>
                    <a:pt x="1148389" y="228606"/>
                    <a:pt x="1166169" y="219716"/>
                  </a:cubicBezTo>
                  <a:cubicBezTo>
                    <a:pt x="1258879" y="176536"/>
                    <a:pt x="2093269" y="193046"/>
                    <a:pt x="2188519" y="223526"/>
                  </a:cubicBezTo>
                  <a:cubicBezTo>
                    <a:pt x="2206299" y="228606"/>
                    <a:pt x="2213919" y="233686"/>
                    <a:pt x="2216459" y="242576"/>
                  </a:cubicBezTo>
                  <a:cubicBezTo>
                    <a:pt x="2220269" y="251466"/>
                    <a:pt x="2213919" y="267976"/>
                    <a:pt x="2208839" y="275596"/>
                  </a:cubicBezTo>
                  <a:cubicBezTo>
                    <a:pt x="2203759" y="280676"/>
                    <a:pt x="2199949" y="280676"/>
                    <a:pt x="2188519" y="281946"/>
                  </a:cubicBezTo>
                  <a:cubicBezTo>
                    <a:pt x="2116129" y="290836"/>
                    <a:pt x="1459539" y="212096"/>
                    <a:pt x="1378259" y="168916"/>
                  </a:cubicBezTo>
                  <a:cubicBezTo>
                    <a:pt x="1359209" y="158756"/>
                    <a:pt x="1351589" y="148596"/>
                    <a:pt x="1350319" y="138436"/>
                  </a:cubicBezTo>
                  <a:cubicBezTo>
                    <a:pt x="1350319" y="128276"/>
                    <a:pt x="1359209" y="116846"/>
                    <a:pt x="1376989" y="109226"/>
                  </a:cubicBezTo>
                  <a:cubicBezTo>
                    <a:pt x="1470969" y="66046"/>
                    <a:pt x="2340919" y="62236"/>
                    <a:pt x="2418389" y="109226"/>
                  </a:cubicBezTo>
                  <a:cubicBezTo>
                    <a:pt x="2432359" y="118116"/>
                    <a:pt x="2434899" y="129546"/>
                    <a:pt x="2433629" y="138436"/>
                  </a:cubicBezTo>
                  <a:cubicBezTo>
                    <a:pt x="2432359" y="147326"/>
                    <a:pt x="2426009" y="157486"/>
                    <a:pt x="2410769" y="163836"/>
                  </a:cubicBezTo>
                  <a:cubicBezTo>
                    <a:pt x="2365049" y="185426"/>
                    <a:pt x="2050089" y="153676"/>
                    <a:pt x="2048819" y="165106"/>
                  </a:cubicBezTo>
                  <a:cubicBezTo>
                    <a:pt x="2047549" y="171456"/>
                    <a:pt x="2119939" y="181616"/>
                    <a:pt x="2142799" y="194316"/>
                  </a:cubicBezTo>
                  <a:cubicBezTo>
                    <a:pt x="2159309" y="203206"/>
                    <a:pt x="2173279" y="213366"/>
                    <a:pt x="2179629" y="226066"/>
                  </a:cubicBezTo>
                  <a:cubicBezTo>
                    <a:pt x="2184709" y="237496"/>
                    <a:pt x="2187249" y="256546"/>
                    <a:pt x="2182169" y="266706"/>
                  </a:cubicBezTo>
                  <a:cubicBezTo>
                    <a:pt x="2178359" y="275596"/>
                    <a:pt x="2169469" y="281946"/>
                    <a:pt x="2154229" y="283216"/>
                  </a:cubicBezTo>
                  <a:cubicBezTo>
                    <a:pt x="2112319" y="288296"/>
                    <a:pt x="1951029" y="195586"/>
                    <a:pt x="1893879" y="179076"/>
                  </a:cubicBezTo>
                  <a:cubicBezTo>
                    <a:pt x="1867209" y="172726"/>
                    <a:pt x="1848159" y="177806"/>
                    <a:pt x="1834189" y="170186"/>
                  </a:cubicBezTo>
                  <a:cubicBezTo>
                    <a:pt x="1824029" y="163836"/>
                    <a:pt x="1816409" y="152406"/>
                    <a:pt x="1813869" y="143516"/>
                  </a:cubicBezTo>
                  <a:cubicBezTo>
                    <a:pt x="1812599" y="134626"/>
                    <a:pt x="1815139" y="124466"/>
                    <a:pt x="1818949" y="118116"/>
                  </a:cubicBezTo>
                  <a:cubicBezTo>
                    <a:pt x="1825299" y="110496"/>
                    <a:pt x="1832919" y="105416"/>
                    <a:pt x="1848159" y="101606"/>
                  </a:cubicBezTo>
                  <a:cubicBezTo>
                    <a:pt x="1907849" y="86366"/>
                    <a:pt x="2230429" y="74936"/>
                    <a:pt x="2285039" y="102876"/>
                  </a:cubicBezTo>
                  <a:cubicBezTo>
                    <a:pt x="2302819" y="113036"/>
                    <a:pt x="2311709" y="128276"/>
                    <a:pt x="2310439" y="139706"/>
                  </a:cubicBezTo>
                  <a:cubicBezTo>
                    <a:pt x="2309169" y="149866"/>
                    <a:pt x="2295199" y="161296"/>
                    <a:pt x="2277419" y="167646"/>
                  </a:cubicBezTo>
                  <a:cubicBezTo>
                    <a:pt x="2240589" y="181616"/>
                    <a:pt x="2103429" y="180346"/>
                    <a:pt x="2078029" y="162566"/>
                  </a:cubicBezTo>
                  <a:cubicBezTo>
                    <a:pt x="2066599" y="154946"/>
                    <a:pt x="2064059" y="140976"/>
                    <a:pt x="2065329" y="130816"/>
                  </a:cubicBezTo>
                  <a:cubicBezTo>
                    <a:pt x="2066599" y="120656"/>
                    <a:pt x="2072949" y="109226"/>
                    <a:pt x="2084379" y="104146"/>
                  </a:cubicBezTo>
                  <a:cubicBezTo>
                    <a:pt x="2104699" y="92716"/>
                    <a:pt x="2166929" y="90176"/>
                    <a:pt x="2192329" y="99066"/>
                  </a:cubicBezTo>
                  <a:cubicBezTo>
                    <a:pt x="2208839" y="105416"/>
                    <a:pt x="2224079" y="119386"/>
                    <a:pt x="2227889" y="130816"/>
                  </a:cubicBezTo>
                  <a:cubicBezTo>
                    <a:pt x="2230429" y="138436"/>
                    <a:pt x="2226619" y="148596"/>
                    <a:pt x="2221539" y="156216"/>
                  </a:cubicBezTo>
                  <a:cubicBezTo>
                    <a:pt x="2216459" y="162566"/>
                    <a:pt x="2210109" y="167646"/>
                    <a:pt x="2192329" y="171456"/>
                  </a:cubicBezTo>
                  <a:cubicBezTo>
                    <a:pt x="2107239" y="191776"/>
                    <a:pt x="1661469" y="172726"/>
                    <a:pt x="1396039" y="166376"/>
                  </a:cubicBezTo>
                  <a:cubicBezTo>
                    <a:pt x="1129339" y="160026"/>
                    <a:pt x="677219" y="161296"/>
                    <a:pt x="595939" y="133356"/>
                  </a:cubicBezTo>
                  <a:cubicBezTo>
                    <a:pt x="579429" y="127006"/>
                    <a:pt x="573079" y="120656"/>
                    <a:pt x="569269" y="113036"/>
                  </a:cubicBezTo>
                  <a:cubicBezTo>
                    <a:pt x="566729" y="105416"/>
                    <a:pt x="566729" y="92716"/>
                    <a:pt x="574349" y="86366"/>
                  </a:cubicBezTo>
                  <a:cubicBezTo>
                    <a:pt x="584509" y="74936"/>
                    <a:pt x="613719" y="73666"/>
                    <a:pt x="650549" y="72396"/>
                  </a:cubicBezTo>
                  <a:cubicBezTo>
                    <a:pt x="749609" y="67316"/>
                    <a:pt x="988369" y="113036"/>
                    <a:pt x="1196649" y="123196"/>
                  </a:cubicBezTo>
                  <a:cubicBezTo>
                    <a:pt x="1469699" y="137166"/>
                    <a:pt x="2051359" y="100336"/>
                    <a:pt x="2150419" y="133356"/>
                  </a:cubicBezTo>
                  <a:cubicBezTo>
                    <a:pt x="2172009" y="140976"/>
                    <a:pt x="2180899" y="148596"/>
                    <a:pt x="2184709" y="160026"/>
                  </a:cubicBezTo>
                  <a:cubicBezTo>
                    <a:pt x="2187249" y="170186"/>
                    <a:pt x="2177089" y="191776"/>
                    <a:pt x="2168199" y="199396"/>
                  </a:cubicBezTo>
                  <a:cubicBezTo>
                    <a:pt x="2163119" y="203206"/>
                    <a:pt x="2154229" y="204476"/>
                    <a:pt x="2146609" y="203206"/>
                  </a:cubicBezTo>
                  <a:cubicBezTo>
                    <a:pt x="2137719" y="201936"/>
                    <a:pt x="2123749" y="194316"/>
                    <a:pt x="2119939" y="185426"/>
                  </a:cubicBezTo>
                  <a:cubicBezTo>
                    <a:pt x="2114859" y="176536"/>
                    <a:pt x="2114859" y="161296"/>
                    <a:pt x="2119939" y="152406"/>
                  </a:cubicBezTo>
                  <a:cubicBezTo>
                    <a:pt x="2123749" y="143516"/>
                    <a:pt x="2137719" y="134626"/>
                    <a:pt x="2146609" y="134626"/>
                  </a:cubicBezTo>
                  <a:cubicBezTo>
                    <a:pt x="2158039" y="133356"/>
                    <a:pt x="2178359" y="146056"/>
                    <a:pt x="2183439" y="156216"/>
                  </a:cubicBezTo>
                  <a:cubicBezTo>
                    <a:pt x="2187249" y="166376"/>
                    <a:pt x="2183439" y="187966"/>
                    <a:pt x="2172009" y="196856"/>
                  </a:cubicBezTo>
                  <a:cubicBezTo>
                    <a:pt x="2150419" y="213366"/>
                    <a:pt x="2097079" y="203206"/>
                    <a:pt x="2029769" y="203206"/>
                  </a:cubicBezTo>
                  <a:cubicBezTo>
                    <a:pt x="1867209" y="205746"/>
                    <a:pt x="1404929" y="191776"/>
                    <a:pt x="1192839" y="181616"/>
                  </a:cubicBezTo>
                  <a:cubicBezTo>
                    <a:pt x="1060759" y="176536"/>
                    <a:pt x="975669" y="168916"/>
                    <a:pt x="872799" y="160026"/>
                  </a:cubicBezTo>
                  <a:cubicBezTo>
                    <a:pt x="775009" y="152406"/>
                    <a:pt x="628959" y="152406"/>
                    <a:pt x="589589" y="132086"/>
                  </a:cubicBezTo>
                  <a:cubicBezTo>
                    <a:pt x="575619" y="124466"/>
                    <a:pt x="569269" y="115576"/>
                    <a:pt x="567999" y="106686"/>
                  </a:cubicBezTo>
                  <a:cubicBezTo>
                    <a:pt x="566729" y="96526"/>
                    <a:pt x="570539" y="85096"/>
                    <a:pt x="584509" y="77476"/>
                  </a:cubicBezTo>
                  <a:cubicBezTo>
                    <a:pt x="653089" y="39376"/>
                    <a:pt x="1126799" y="100336"/>
                    <a:pt x="1396039" y="104146"/>
                  </a:cubicBezTo>
                  <a:cubicBezTo>
                    <a:pt x="1662739" y="107956"/>
                    <a:pt x="2103429" y="71126"/>
                    <a:pt x="2192329" y="99066"/>
                  </a:cubicBezTo>
                  <a:cubicBezTo>
                    <a:pt x="2212649" y="105416"/>
                    <a:pt x="2221539" y="111766"/>
                    <a:pt x="2225349" y="121926"/>
                  </a:cubicBezTo>
                  <a:cubicBezTo>
                    <a:pt x="2230429" y="133356"/>
                    <a:pt x="2226619" y="153676"/>
                    <a:pt x="2216459" y="162566"/>
                  </a:cubicBezTo>
                  <a:cubicBezTo>
                    <a:pt x="2198679" y="177806"/>
                    <a:pt x="2127559" y="180346"/>
                    <a:pt x="2100889" y="171456"/>
                  </a:cubicBezTo>
                  <a:cubicBezTo>
                    <a:pt x="2084379" y="165106"/>
                    <a:pt x="2066599" y="151136"/>
                    <a:pt x="2065329" y="139706"/>
                  </a:cubicBezTo>
                  <a:cubicBezTo>
                    <a:pt x="2064059" y="128276"/>
                    <a:pt x="2076759" y="109226"/>
                    <a:pt x="2093269" y="100336"/>
                  </a:cubicBezTo>
                  <a:cubicBezTo>
                    <a:pt x="2126289" y="83826"/>
                    <a:pt x="2253289" y="86366"/>
                    <a:pt x="2285039" y="102876"/>
                  </a:cubicBezTo>
                  <a:cubicBezTo>
                    <a:pt x="2300279" y="111766"/>
                    <a:pt x="2311709" y="128276"/>
                    <a:pt x="2310439" y="139706"/>
                  </a:cubicBezTo>
                  <a:cubicBezTo>
                    <a:pt x="2309169" y="149866"/>
                    <a:pt x="2296469" y="160026"/>
                    <a:pt x="2277419" y="167646"/>
                  </a:cubicBezTo>
                  <a:cubicBezTo>
                    <a:pt x="2216459" y="191776"/>
                    <a:pt x="1897689" y="193046"/>
                    <a:pt x="1841809" y="172726"/>
                  </a:cubicBezTo>
                  <a:cubicBezTo>
                    <a:pt x="1826569" y="167646"/>
                    <a:pt x="1820219" y="160026"/>
                    <a:pt x="1816409" y="151136"/>
                  </a:cubicBezTo>
                  <a:cubicBezTo>
                    <a:pt x="1812599" y="142246"/>
                    <a:pt x="1813869" y="127006"/>
                    <a:pt x="1818949" y="118116"/>
                  </a:cubicBezTo>
                  <a:cubicBezTo>
                    <a:pt x="1825299" y="110496"/>
                    <a:pt x="1836729" y="104146"/>
                    <a:pt x="1848159" y="101606"/>
                  </a:cubicBezTo>
                  <a:cubicBezTo>
                    <a:pt x="1867209" y="99066"/>
                    <a:pt x="1891339" y="106686"/>
                    <a:pt x="1923089" y="116846"/>
                  </a:cubicBezTo>
                  <a:cubicBezTo>
                    <a:pt x="1982779" y="134626"/>
                    <a:pt x="2141529" y="186696"/>
                    <a:pt x="2173279" y="219716"/>
                  </a:cubicBezTo>
                  <a:cubicBezTo>
                    <a:pt x="2184709" y="232416"/>
                    <a:pt x="2189789" y="247656"/>
                    <a:pt x="2185979" y="257816"/>
                  </a:cubicBezTo>
                  <a:cubicBezTo>
                    <a:pt x="2183439" y="269246"/>
                    <a:pt x="2168199" y="281946"/>
                    <a:pt x="2154229" y="283216"/>
                  </a:cubicBezTo>
                  <a:cubicBezTo>
                    <a:pt x="2131369" y="287026"/>
                    <a:pt x="2076759" y="257816"/>
                    <a:pt x="2052629" y="238766"/>
                  </a:cubicBezTo>
                  <a:cubicBezTo>
                    <a:pt x="2034849" y="226066"/>
                    <a:pt x="2023419" y="209556"/>
                    <a:pt x="2014529" y="193046"/>
                  </a:cubicBezTo>
                  <a:cubicBezTo>
                    <a:pt x="2006909" y="176536"/>
                    <a:pt x="1998019" y="153676"/>
                    <a:pt x="2003099" y="139706"/>
                  </a:cubicBezTo>
                  <a:cubicBezTo>
                    <a:pt x="2008179" y="124466"/>
                    <a:pt x="2022149" y="113036"/>
                    <a:pt x="2045009" y="105416"/>
                  </a:cubicBezTo>
                  <a:cubicBezTo>
                    <a:pt x="2104699" y="83826"/>
                    <a:pt x="2376479" y="83826"/>
                    <a:pt x="2418389" y="109226"/>
                  </a:cubicBezTo>
                  <a:cubicBezTo>
                    <a:pt x="2431089" y="116846"/>
                    <a:pt x="2434899" y="129546"/>
                    <a:pt x="2433629" y="138436"/>
                  </a:cubicBezTo>
                  <a:cubicBezTo>
                    <a:pt x="2431089" y="148596"/>
                    <a:pt x="2423469" y="157486"/>
                    <a:pt x="2404419" y="165106"/>
                  </a:cubicBezTo>
                  <a:cubicBezTo>
                    <a:pt x="2306629" y="201936"/>
                    <a:pt x="1472239" y="209556"/>
                    <a:pt x="1378259" y="168916"/>
                  </a:cubicBezTo>
                  <a:cubicBezTo>
                    <a:pt x="1359209" y="160026"/>
                    <a:pt x="1351589" y="148596"/>
                    <a:pt x="1350319" y="138436"/>
                  </a:cubicBezTo>
                  <a:cubicBezTo>
                    <a:pt x="1350319" y="128276"/>
                    <a:pt x="1359209" y="115576"/>
                    <a:pt x="1376989" y="109226"/>
                  </a:cubicBezTo>
                  <a:cubicBezTo>
                    <a:pt x="1458269" y="77476"/>
                    <a:pt x="2122479" y="189236"/>
                    <a:pt x="2196139" y="223526"/>
                  </a:cubicBezTo>
                  <a:cubicBezTo>
                    <a:pt x="2210109" y="229876"/>
                    <a:pt x="2213919" y="233686"/>
                    <a:pt x="2216459" y="242576"/>
                  </a:cubicBezTo>
                  <a:cubicBezTo>
                    <a:pt x="2218999" y="251466"/>
                    <a:pt x="2220269" y="265436"/>
                    <a:pt x="2208839" y="275596"/>
                  </a:cubicBezTo>
                  <a:cubicBezTo>
                    <a:pt x="2142799" y="326396"/>
                    <a:pt x="1265229" y="321316"/>
                    <a:pt x="1168709" y="279406"/>
                  </a:cubicBezTo>
                  <a:cubicBezTo>
                    <a:pt x="1149659" y="271786"/>
                    <a:pt x="1140769" y="260356"/>
                    <a:pt x="1140769" y="250196"/>
                  </a:cubicBezTo>
                  <a:cubicBezTo>
                    <a:pt x="1140769" y="240036"/>
                    <a:pt x="1148389" y="228606"/>
                    <a:pt x="1166169" y="219716"/>
                  </a:cubicBezTo>
                  <a:cubicBezTo>
                    <a:pt x="1247449" y="177806"/>
                    <a:pt x="1911659" y="121926"/>
                    <a:pt x="1978969" y="158756"/>
                  </a:cubicBezTo>
                  <a:cubicBezTo>
                    <a:pt x="1991669" y="166376"/>
                    <a:pt x="1995479" y="180346"/>
                    <a:pt x="1994209" y="189236"/>
                  </a:cubicBezTo>
                  <a:cubicBezTo>
                    <a:pt x="1991669" y="199396"/>
                    <a:pt x="1984049" y="208286"/>
                    <a:pt x="1963729" y="215906"/>
                  </a:cubicBezTo>
                  <a:cubicBezTo>
                    <a:pt x="1871019" y="248926"/>
                    <a:pt x="1249989" y="210826"/>
                    <a:pt x="1034089" y="200666"/>
                  </a:cubicBezTo>
                  <a:cubicBezTo>
                    <a:pt x="918519" y="195586"/>
                    <a:pt x="808029" y="200666"/>
                    <a:pt x="769929" y="181616"/>
                  </a:cubicBezTo>
                  <a:cubicBezTo>
                    <a:pt x="755959" y="173996"/>
                    <a:pt x="748339" y="165106"/>
                    <a:pt x="747069" y="156216"/>
                  </a:cubicBezTo>
                  <a:cubicBezTo>
                    <a:pt x="747069" y="146056"/>
                    <a:pt x="752149" y="132086"/>
                    <a:pt x="769929" y="123196"/>
                  </a:cubicBezTo>
                  <a:cubicBezTo>
                    <a:pt x="867719" y="71126"/>
                    <a:pt x="1911659" y="68586"/>
                    <a:pt x="1994209" y="125736"/>
                  </a:cubicBezTo>
                  <a:cubicBezTo>
                    <a:pt x="2009449" y="135896"/>
                    <a:pt x="2010719" y="152406"/>
                    <a:pt x="2008179" y="162566"/>
                  </a:cubicBezTo>
                  <a:cubicBezTo>
                    <a:pt x="2005639" y="170186"/>
                    <a:pt x="1998019" y="175266"/>
                    <a:pt x="1981509" y="180346"/>
                  </a:cubicBezTo>
                  <a:cubicBezTo>
                    <a:pt x="1898959" y="205746"/>
                    <a:pt x="1384609" y="182886"/>
                    <a:pt x="1171249" y="170186"/>
                  </a:cubicBezTo>
                  <a:cubicBezTo>
                    <a:pt x="1030279" y="161296"/>
                    <a:pt x="866449" y="157486"/>
                    <a:pt x="820729" y="129546"/>
                  </a:cubicBezTo>
                  <a:cubicBezTo>
                    <a:pt x="806759" y="120656"/>
                    <a:pt x="797869" y="107956"/>
                    <a:pt x="799139" y="97796"/>
                  </a:cubicBezTo>
                  <a:cubicBezTo>
                    <a:pt x="800409" y="88906"/>
                    <a:pt x="808029" y="80016"/>
                    <a:pt x="828349" y="72396"/>
                  </a:cubicBezTo>
                  <a:cubicBezTo>
                    <a:pt x="960429" y="22866"/>
                    <a:pt x="2461569" y="41916"/>
                    <a:pt x="2584759" y="72396"/>
                  </a:cubicBezTo>
                  <a:cubicBezTo>
                    <a:pt x="2599999" y="76206"/>
                    <a:pt x="2605079" y="78746"/>
                    <a:pt x="2610159" y="85096"/>
                  </a:cubicBezTo>
                  <a:cubicBezTo>
                    <a:pt x="2613969" y="90176"/>
                    <a:pt x="2616509" y="99066"/>
                    <a:pt x="2615239" y="105416"/>
                  </a:cubicBezTo>
                  <a:cubicBezTo>
                    <a:pt x="2611429" y="114306"/>
                    <a:pt x="2605079" y="123196"/>
                    <a:pt x="2584759" y="132086"/>
                  </a:cubicBezTo>
                  <a:cubicBezTo>
                    <a:pt x="2442519" y="187966"/>
                    <a:pt x="726749" y="229876"/>
                    <a:pt x="599749" y="163836"/>
                  </a:cubicBezTo>
                  <a:cubicBezTo>
                    <a:pt x="581969" y="154946"/>
                    <a:pt x="576889" y="140976"/>
                    <a:pt x="578159" y="132086"/>
                  </a:cubicBezTo>
                  <a:cubicBezTo>
                    <a:pt x="579429" y="121926"/>
                    <a:pt x="587049" y="113036"/>
                    <a:pt x="606099" y="106686"/>
                  </a:cubicBezTo>
                  <a:cubicBezTo>
                    <a:pt x="734369" y="58426"/>
                    <a:pt x="1845619" y="110496"/>
                    <a:pt x="2252019" y="118116"/>
                  </a:cubicBezTo>
                  <a:cubicBezTo>
                    <a:pt x="2492049" y="121926"/>
                    <a:pt x="2619049" y="123196"/>
                    <a:pt x="2822249" y="133356"/>
                  </a:cubicBezTo>
                  <a:cubicBezTo>
                    <a:pt x="3054659" y="146056"/>
                    <a:pt x="3494079" y="162566"/>
                    <a:pt x="3572819" y="190506"/>
                  </a:cubicBezTo>
                  <a:cubicBezTo>
                    <a:pt x="3588059" y="196856"/>
                    <a:pt x="3596949" y="200666"/>
                    <a:pt x="3599489" y="209556"/>
                  </a:cubicBezTo>
                  <a:cubicBezTo>
                    <a:pt x="3602029" y="218446"/>
                    <a:pt x="3600759" y="233686"/>
                    <a:pt x="3585519" y="245116"/>
                  </a:cubicBezTo>
                  <a:cubicBezTo>
                    <a:pt x="3440739" y="344176"/>
                    <a:pt x="438459" y="318776"/>
                    <a:pt x="250499" y="247656"/>
                  </a:cubicBezTo>
                  <a:cubicBezTo>
                    <a:pt x="230179" y="240036"/>
                    <a:pt x="222559" y="232416"/>
                    <a:pt x="222559" y="222256"/>
                  </a:cubicBezTo>
                  <a:cubicBezTo>
                    <a:pt x="221289" y="213366"/>
                    <a:pt x="230179" y="199396"/>
                    <a:pt x="250499" y="190506"/>
                  </a:cubicBezTo>
                  <a:cubicBezTo>
                    <a:pt x="368609" y="137166"/>
                    <a:pt x="1599239" y="161296"/>
                    <a:pt x="1709729" y="189236"/>
                  </a:cubicBezTo>
                  <a:cubicBezTo>
                    <a:pt x="1724969" y="193046"/>
                    <a:pt x="1730049" y="195586"/>
                    <a:pt x="1733859" y="201936"/>
                  </a:cubicBezTo>
                  <a:cubicBezTo>
                    <a:pt x="1738939" y="208286"/>
                    <a:pt x="1741479" y="222256"/>
                    <a:pt x="1737669" y="229876"/>
                  </a:cubicBezTo>
                  <a:cubicBezTo>
                    <a:pt x="1733859" y="238766"/>
                    <a:pt x="1727509" y="243846"/>
                    <a:pt x="1709729" y="248926"/>
                  </a:cubicBezTo>
                  <a:cubicBezTo>
                    <a:pt x="1601779" y="281946"/>
                    <a:pt x="694999" y="246386"/>
                    <a:pt x="451159" y="232416"/>
                  </a:cubicBezTo>
                  <a:cubicBezTo>
                    <a:pt x="352099" y="227336"/>
                    <a:pt x="311459" y="224796"/>
                    <a:pt x="240339" y="212096"/>
                  </a:cubicBezTo>
                  <a:cubicBezTo>
                    <a:pt x="166679" y="198126"/>
                    <a:pt x="49839" y="181616"/>
                    <a:pt x="18089" y="153676"/>
                  </a:cubicBezTo>
                  <a:cubicBezTo>
                    <a:pt x="4119" y="142246"/>
                    <a:pt x="-3501" y="124466"/>
                    <a:pt x="1579" y="113036"/>
                  </a:cubicBezTo>
                  <a:cubicBezTo>
                    <a:pt x="9199" y="92716"/>
                    <a:pt x="59999" y="78746"/>
                    <a:pt x="110799" y="67316"/>
                  </a:cubicBezTo>
                  <a:cubicBezTo>
                    <a:pt x="206049" y="44456"/>
                    <a:pt x="359719" y="45726"/>
                    <a:pt x="545139" y="39376"/>
                  </a:cubicBezTo>
                  <a:cubicBezTo>
                    <a:pt x="872799" y="29216"/>
                    <a:pt x="1789739" y="-5074"/>
                    <a:pt x="1904039" y="38106"/>
                  </a:cubicBezTo>
                  <a:cubicBezTo>
                    <a:pt x="1924359" y="45726"/>
                    <a:pt x="1930709" y="55886"/>
                    <a:pt x="1933249" y="64776"/>
                  </a:cubicBezTo>
                  <a:cubicBezTo>
                    <a:pt x="1935789" y="71126"/>
                    <a:pt x="1933249" y="80016"/>
                    <a:pt x="1929439" y="85096"/>
                  </a:cubicBezTo>
                  <a:cubicBezTo>
                    <a:pt x="1924359" y="91446"/>
                    <a:pt x="1919279" y="93986"/>
                    <a:pt x="1904039" y="97796"/>
                  </a:cubicBezTo>
                  <a:cubicBezTo>
                    <a:pt x="1785929" y="127006"/>
                    <a:pt x="376229" y="147326"/>
                    <a:pt x="250499" y="99066"/>
                  </a:cubicBezTo>
                  <a:cubicBezTo>
                    <a:pt x="231449" y="91446"/>
                    <a:pt x="223829" y="82556"/>
                    <a:pt x="222559" y="72396"/>
                  </a:cubicBezTo>
                  <a:cubicBezTo>
                    <a:pt x="221289" y="63506"/>
                    <a:pt x="228909" y="49536"/>
                    <a:pt x="244149" y="41916"/>
                  </a:cubicBezTo>
                  <a:cubicBezTo>
                    <a:pt x="315269" y="7626"/>
                    <a:pt x="745799" y="52076"/>
                    <a:pt x="956619" y="63506"/>
                  </a:cubicBezTo>
                  <a:cubicBezTo>
                    <a:pt x="1124259" y="71126"/>
                    <a:pt x="1260149" y="74936"/>
                    <a:pt x="1407469" y="95256"/>
                  </a:cubicBezTo>
                  <a:cubicBezTo>
                    <a:pt x="1549709" y="114306"/>
                    <a:pt x="1688139" y="160026"/>
                    <a:pt x="1826569" y="177806"/>
                  </a:cubicBezTo>
                  <a:cubicBezTo>
                    <a:pt x="1961189" y="196856"/>
                    <a:pt x="2103429" y="203206"/>
                    <a:pt x="2226619" y="207016"/>
                  </a:cubicBezTo>
                  <a:cubicBezTo>
                    <a:pt x="2330759" y="210826"/>
                    <a:pt x="2476809" y="186696"/>
                    <a:pt x="2517449" y="207016"/>
                  </a:cubicBezTo>
                  <a:cubicBezTo>
                    <a:pt x="2532689" y="215906"/>
                    <a:pt x="2540309" y="229876"/>
                    <a:pt x="2539039" y="238766"/>
                  </a:cubicBezTo>
                  <a:cubicBezTo>
                    <a:pt x="2537769" y="248926"/>
                    <a:pt x="2528879" y="257816"/>
                    <a:pt x="2511099" y="264166"/>
                  </a:cubicBezTo>
                  <a:cubicBezTo>
                    <a:pt x="2428549" y="294646"/>
                    <a:pt x="2005639" y="264166"/>
                    <a:pt x="1732589" y="259086"/>
                  </a:cubicBezTo>
                  <a:cubicBezTo>
                    <a:pt x="1429059" y="254006"/>
                    <a:pt x="870259" y="265436"/>
                    <a:pt x="771199" y="231146"/>
                  </a:cubicBezTo>
                  <a:cubicBezTo>
                    <a:pt x="750879" y="223526"/>
                    <a:pt x="743259" y="215906"/>
                    <a:pt x="739449" y="207016"/>
                  </a:cubicBezTo>
                  <a:cubicBezTo>
                    <a:pt x="736909" y="200666"/>
                    <a:pt x="738179" y="191776"/>
                    <a:pt x="741989" y="185426"/>
                  </a:cubicBezTo>
                  <a:cubicBezTo>
                    <a:pt x="747069" y="179076"/>
                    <a:pt x="752149" y="175266"/>
                    <a:pt x="766119" y="170186"/>
                  </a:cubicBezTo>
                  <a:cubicBezTo>
                    <a:pt x="844859" y="144786"/>
                    <a:pt x="1269039" y="130816"/>
                    <a:pt x="1580189" y="123196"/>
                  </a:cubicBezTo>
                  <a:cubicBezTo>
                    <a:pt x="1994209" y="111766"/>
                    <a:pt x="2930199" y="93986"/>
                    <a:pt x="3034339" y="132086"/>
                  </a:cubicBezTo>
                  <a:cubicBezTo>
                    <a:pt x="3048309" y="137166"/>
                    <a:pt x="3052119" y="140976"/>
                    <a:pt x="3054659" y="149866"/>
                  </a:cubicBezTo>
                  <a:cubicBezTo>
                    <a:pt x="3058469" y="157486"/>
                    <a:pt x="3055929" y="173996"/>
                    <a:pt x="3048309" y="182886"/>
                  </a:cubicBezTo>
                  <a:cubicBezTo>
                    <a:pt x="3035609" y="195586"/>
                    <a:pt x="3010209" y="195586"/>
                    <a:pt x="2967029" y="201936"/>
                  </a:cubicBezTo>
                  <a:cubicBezTo>
                    <a:pt x="2801929" y="224796"/>
                    <a:pt x="1998019" y="260356"/>
                    <a:pt x="1763069" y="266706"/>
                  </a:cubicBezTo>
                  <a:cubicBezTo>
                    <a:pt x="1666549" y="269246"/>
                    <a:pt x="1592889" y="279406"/>
                    <a:pt x="1556059" y="265436"/>
                  </a:cubicBezTo>
                  <a:cubicBezTo>
                    <a:pt x="1540819" y="259086"/>
                    <a:pt x="1529389" y="248926"/>
                    <a:pt x="1526849" y="240036"/>
                  </a:cubicBezTo>
                  <a:cubicBezTo>
                    <a:pt x="1525579" y="231146"/>
                    <a:pt x="1531929" y="219716"/>
                    <a:pt x="1537009" y="213366"/>
                  </a:cubicBezTo>
                  <a:cubicBezTo>
                    <a:pt x="1542089" y="209556"/>
                    <a:pt x="1544629" y="208286"/>
                    <a:pt x="1556059" y="207016"/>
                  </a:cubicBezTo>
                  <a:cubicBezTo>
                    <a:pt x="1658929" y="187966"/>
                    <a:pt x="2927659" y="161296"/>
                    <a:pt x="3047039" y="207016"/>
                  </a:cubicBezTo>
                  <a:cubicBezTo>
                    <a:pt x="3066089" y="214636"/>
                    <a:pt x="3073709" y="223526"/>
                    <a:pt x="3074979" y="232416"/>
                  </a:cubicBezTo>
                  <a:cubicBezTo>
                    <a:pt x="3074979" y="242576"/>
                    <a:pt x="3067359" y="255276"/>
                    <a:pt x="3045769" y="264166"/>
                  </a:cubicBezTo>
                  <a:cubicBezTo>
                    <a:pt x="2923849" y="318776"/>
                    <a:pt x="1606859" y="287026"/>
                    <a:pt x="1486209" y="248926"/>
                  </a:cubicBezTo>
                  <a:cubicBezTo>
                    <a:pt x="1468429" y="242576"/>
                    <a:pt x="1462079" y="238766"/>
                    <a:pt x="1458269" y="229876"/>
                  </a:cubicBezTo>
                  <a:cubicBezTo>
                    <a:pt x="1455729" y="219716"/>
                    <a:pt x="1458269" y="203206"/>
                    <a:pt x="1472239" y="193046"/>
                  </a:cubicBezTo>
                  <a:cubicBezTo>
                    <a:pt x="1525579" y="157486"/>
                    <a:pt x="1868479" y="185426"/>
                    <a:pt x="2043739" y="199396"/>
                  </a:cubicBezTo>
                  <a:cubicBezTo>
                    <a:pt x="2194869" y="210826"/>
                    <a:pt x="2357429" y="251466"/>
                    <a:pt x="2465379" y="262896"/>
                  </a:cubicBezTo>
                  <a:cubicBezTo>
                    <a:pt x="2532689" y="269246"/>
                    <a:pt x="2602539" y="255276"/>
                    <a:pt x="2630479" y="271786"/>
                  </a:cubicBezTo>
                  <a:cubicBezTo>
                    <a:pt x="2644449" y="280676"/>
                    <a:pt x="2653339" y="297186"/>
                    <a:pt x="2650799" y="307346"/>
                  </a:cubicBezTo>
                  <a:cubicBezTo>
                    <a:pt x="2649529" y="317506"/>
                    <a:pt x="2635559" y="327666"/>
                    <a:pt x="2617779" y="332746"/>
                  </a:cubicBezTo>
                  <a:cubicBezTo>
                    <a:pt x="2577139" y="342906"/>
                    <a:pt x="2489509" y="307346"/>
                    <a:pt x="2387909" y="299726"/>
                  </a:cubicBezTo>
                  <a:cubicBezTo>
                    <a:pt x="2197409" y="285756"/>
                    <a:pt x="1811329" y="297186"/>
                    <a:pt x="1554789" y="290836"/>
                  </a:cubicBezTo>
                  <a:cubicBezTo>
                    <a:pt x="1336349" y="285756"/>
                    <a:pt x="1084889" y="284486"/>
                    <a:pt x="945189" y="267976"/>
                  </a:cubicBezTo>
                  <a:cubicBezTo>
                    <a:pt x="870259" y="259086"/>
                    <a:pt x="801679" y="256546"/>
                    <a:pt x="775009" y="233686"/>
                  </a:cubicBezTo>
                  <a:cubicBezTo>
                    <a:pt x="761039" y="222256"/>
                    <a:pt x="754689" y="200666"/>
                    <a:pt x="758499" y="189236"/>
                  </a:cubicBezTo>
                  <a:cubicBezTo>
                    <a:pt x="762309" y="179076"/>
                    <a:pt x="800409" y="167646"/>
                    <a:pt x="800409" y="16764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62099" y="533681"/>
            <a:ext cx="4847272" cy="574357"/>
            <a:chOff x="0" y="0"/>
            <a:chExt cx="6463030" cy="7658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692" y="49132"/>
              <a:ext cx="6360768" cy="667148"/>
            </a:xfrm>
            <a:custGeom>
              <a:avLst/>
              <a:gdLst/>
              <a:ahLst/>
              <a:cxnLst/>
              <a:rect r="r" b="b" t="t" l="l"/>
              <a:pathLst>
                <a:path h="667148" w="6360768">
                  <a:moveTo>
                    <a:pt x="176638" y="148988"/>
                  </a:moveTo>
                  <a:cubicBezTo>
                    <a:pt x="712578" y="53738"/>
                    <a:pt x="757028" y="47388"/>
                    <a:pt x="904348" y="39768"/>
                  </a:cubicBezTo>
                  <a:cubicBezTo>
                    <a:pt x="1309478" y="18178"/>
                    <a:pt x="2827128" y="39768"/>
                    <a:pt x="3183998" y="23258"/>
                  </a:cubicBezTo>
                  <a:cubicBezTo>
                    <a:pt x="3294488" y="18178"/>
                    <a:pt x="3314808" y="8018"/>
                    <a:pt x="3399898" y="4208"/>
                  </a:cubicBezTo>
                  <a:cubicBezTo>
                    <a:pt x="3525628" y="-872"/>
                    <a:pt x="3693268" y="-872"/>
                    <a:pt x="3867258" y="1668"/>
                  </a:cubicBezTo>
                  <a:cubicBezTo>
                    <a:pt x="4084428" y="5478"/>
                    <a:pt x="4377798" y="11828"/>
                    <a:pt x="4601318" y="28338"/>
                  </a:cubicBezTo>
                  <a:cubicBezTo>
                    <a:pt x="4788008" y="41038"/>
                    <a:pt x="4912468" y="58818"/>
                    <a:pt x="5116938" y="84218"/>
                  </a:cubicBezTo>
                  <a:cubicBezTo>
                    <a:pt x="5417928" y="122318"/>
                    <a:pt x="6091028" y="189628"/>
                    <a:pt x="6229458" y="242968"/>
                  </a:cubicBezTo>
                  <a:cubicBezTo>
                    <a:pt x="6265018" y="255668"/>
                    <a:pt x="6272638" y="265828"/>
                    <a:pt x="6289148" y="282338"/>
                  </a:cubicBezTo>
                  <a:cubicBezTo>
                    <a:pt x="6306928" y="297578"/>
                    <a:pt x="6322168" y="317898"/>
                    <a:pt x="6333598" y="338218"/>
                  </a:cubicBezTo>
                  <a:cubicBezTo>
                    <a:pt x="6345028" y="359808"/>
                    <a:pt x="6353918" y="382668"/>
                    <a:pt x="6357728" y="406798"/>
                  </a:cubicBezTo>
                  <a:cubicBezTo>
                    <a:pt x="6361538" y="429658"/>
                    <a:pt x="6361538" y="455058"/>
                    <a:pt x="6358998" y="477918"/>
                  </a:cubicBezTo>
                  <a:cubicBezTo>
                    <a:pt x="6355188" y="502048"/>
                    <a:pt x="6347568" y="526178"/>
                    <a:pt x="6336138" y="546498"/>
                  </a:cubicBezTo>
                  <a:cubicBezTo>
                    <a:pt x="6325978" y="568088"/>
                    <a:pt x="6310738" y="588408"/>
                    <a:pt x="6292958" y="604918"/>
                  </a:cubicBezTo>
                  <a:cubicBezTo>
                    <a:pt x="6276448" y="620158"/>
                    <a:pt x="6256128" y="635398"/>
                    <a:pt x="6234538" y="645558"/>
                  </a:cubicBezTo>
                  <a:cubicBezTo>
                    <a:pt x="6212948" y="655718"/>
                    <a:pt x="6188818" y="662068"/>
                    <a:pt x="6165958" y="665878"/>
                  </a:cubicBezTo>
                  <a:cubicBezTo>
                    <a:pt x="6141828" y="668418"/>
                    <a:pt x="6116428" y="667148"/>
                    <a:pt x="6093568" y="662068"/>
                  </a:cubicBezTo>
                  <a:cubicBezTo>
                    <a:pt x="6070708" y="658258"/>
                    <a:pt x="6047848" y="648098"/>
                    <a:pt x="6026258" y="636668"/>
                  </a:cubicBezTo>
                  <a:cubicBezTo>
                    <a:pt x="6005938" y="625238"/>
                    <a:pt x="5986888" y="608728"/>
                    <a:pt x="5971648" y="590948"/>
                  </a:cubicBezTo>
                  <a:cubicBezTo>
                    <a:pt x="5956408" y="573168"/>
                    <a:pt x="5942438" y="551578"/>
                    <a:pt x="5933548" y="529988"/>
                  </a:cubicBezTo>
                  <a:cubicBezTo>
                    <a:pt x="5924658" y="508398"/>
                    <a:pt x="5919578" y="482998"/>
                    <a:pt x="5917038" y="460138"/>
                  </a:cubicBezTo>
                  <a:cubicBezTo>
                    <a:pt x="5915768" y="436008"/>
                    <a:pt x="5918308" y="410608"/>
                    <a:pt x="5924658" y="387748"/>
                  </a:cubicBezTo>
                  <a:cubicBezTo>
                    <a:pt x="5929738" y="364888"/>
                    <a:pt x="5941168" y="342028"/>
                    <a:pt x="5953868" y="322978"/>
                  </a:cubicBezTo>
                  <a:cubicBezTo>
                    <a:pt x="5966568" y="302658"/>
                    <a:pt x="5983078" y="284878"/>
                    <a:pt x="6002128" y="269638"/>
                  </a:cubicBezTo>
                  <a:cubicBezTo>
                    <a:pt x="6021178" y="255668"/>
                    <a:pt x="6042768" y="242968"/>
                    <a:pt x="6065628" y="235348"/>
                  </a:cubicBezTo>
                  <a:cubicBezTo>
                    <a:pt x="6087218" y="227728"/>
                    <a:pt x="6112618" y="223918"/>
                    <a:pt x="6136748" y="222648"/>
                  </a:cubicBezTo>
                  <a:cubicBezTo>
                    <a:pt x="6159608" y="222648"/>
                    <a:pt x="6185008" y="226458"/>
                    <a:pt x="6206598" y="234078"/>
                  </a:cubicBezTo>
                  <a:cubicBezTo>
                    <a:pt x="6229458" y="241698"/>
                    <a:pt x="6252318" y="253128"/>
                    <a:pt x="6271368" y="267098"/>
                  </a:cubicBezTo>
                  <a:cubicBezTo>
                    <a:pt x="6290418" y="281068"/>
                    <a:pt x="6308198" y="298848"/>
                    <a:pt x="6320898" y="317898"/>
                  </a:cubicBezTo>
                  <a:cubicBezTo>
                    <a:pt x="6334868" y="338218"/>
                    <a:pt x="6345028" y="359808"/>
                    <a:pt x="6352648" y="382668"/>
                  </a:cubicBezTo>
                  <a:cubicBezTo>
                    <a:pt x="6358998" y="405528"/>
                    <a:pt x="6361538" y="430928"/>
                    <a:pt x="6360268" y="453788"/>
                  </a:cubicBezTo>
                  <a:cubicBezTo>
                    <a:pt x="6360268" y="477918"/>
                    <a:pt x="6355188" y="502048"/>
                    <a:pt x="6346298" y="524908"/>
                  </a:cubicBezTo>
                  <a:cubicBezTo>
                    <a:pt x="6337408" y="546498"/>
                    <a:pt x="6324708" y="568088"/>
                    <a:pt x="6309468" y="587138"/>
                  </a:cubicBezTo>
                  <a:cubicBezTo>
                    <a:pt x="6294228" y="604918"/>
                    <a:pt x="6275178" y="621428"/>
                    <a:pt x="6256128" y="634128"/>
                  </a:cubicBezTo>
                  <a:cubicBezTo>
                    <a:pt x="6235808" y="646828"/>
                    <a:pt x="6211678" y="655718"/>
                    <a:pt x="6188818" y="660798"/>
                  </a:cubicBezTo>
                  <a:cubicBezTo>
                    <a:pt x="6165958" y="667148"/>
                    <a:pt x="6153258" y="667148"/>
                    <a:pt x="6117698" y="665878"/>
                  </a:cubicBezTo>
                  <a:cubicBezTo>
                    <a:pt x="6012288" y="663338"/>
                    <a:pt x="5743048" y="621428"/>
                    <a:pt x="5492858" y="597298"/>
                  </a:cubicBezTo>
                  <a:cubicBezTo>
                    <a:pt x="5120748" y="561738"/>
                    <a:pt x="4484478" y="502048"/>
                    <a:pt x="4098398" y="485538"/>
                  </a:cubicBezTo>
                  <a:cubicBezTo>
                    <a:pt x="3827888" y="474108"/>
                    <a:pt x="3570078" y="477918"/>
                    <a:pt x="3402438" y="482998"/>
                  </a:cubicBezTo>
                  <a:cubicBezTo>
                    <a:pt x="3309728" y="486808"/>
                    <a:pt x="3294488" y="494428"/>
                    <a:pt x="3183998" y="498238"/>
                  </a:cubicBezTo>
                  <a:cubicBezTo>
                    <a:pt x="2838558" y="508398"/>
                    <a:pt x="1445368" y="479188"/>
                    <a:pt x="1040238" y="482998"/>
                  </a:cubicBezTo>
                  <a:cubicBezTo>
                    <a:pt x="880218" y="484268"/>
                    <a:pt x="828148" y="479188"/>
                    <a:pt x="706228" y="490618"/>
                  </a:cubicBezTo>
                  <a:cubicBezTo>
                    <a:pt x="555098" y="505858"/>
                    <a:pt x="304908" y="583328"/>
                    <a:pt x="202038" y="575708"/>
                  </a:cubicBezTo>
                  <a:cubicBezTo>
                    <a:pt x="156318" y="573168"/>
                    <a:pt x="128378" y="557928"/>
                    <a:pt x="104248" y="545228"/>
                  </a:cubicBezTo>
                  <a:cubicBezTo>
                    <a:pt x="86468" y="536338"/>
                    <a:pt x="75038" y="524908"/>
                    <a:pt x="63608" y="513478"/>
                  </a:cubicBezTo>
                  <a:cubicBezTo>
                    <a:pt x="50908" y="500778"/>
                    <a:pt x="40748" y="489348"/>
                    <a:pt x="30588" y="472838"/>
                  </a:cubicBezTo>
                  <a:cubicBezTo>
                    <a:pt x="17888" y="447438"/>
                    <a:pt x="2648" y="406798"/>
                    <a:pt x="108" y="373778"/>
                  </a:cubicBezTo>
                  <a:cubicBezTo>
                    <a:pt x="-1162" y="340758"/>
                    <a:pt x="8998" y="298848"/>
                    <a:pt x="19158" y="272178"/>
                  </a:cubicBezTo>
                  <a:cubicBezTo>
                    <a:pt x="26778" y="254398"/>
                    <a:pt x="33128" y="242968"/>
                    <a:pt x="45828" y="227728"/>
                  </a:cubicBezTo>
                  <a:cubicBezTo>
                    <a:pt x="64878" y="207408"/>
                    <a:pt x="102978" y="178198"/>
                    <a:pt x="127108" y="164228"/>
                  </a:cubicBezTo>
                  <a:cubicBezTo>
                    <a:pt x="144888" y="155338"/>
                    <a:pt x="176638" y="148988"/>
                    <a:pt x="176638" y="14898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3503" y="-63503"/>
            <a:ext cx="9880597" cy="7442197"/>
            <a:chOff x="0" y="0"/>
            <a:chExt cx="9880600" cy="7442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894" t="0" r="-12836" b="-1854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0" y="1384229"/>
            <a:ext cx="9753600" cy="5994465"/>
          </a:xfrm>
          <a:custGeom>
            <a:avLst/>
            <a:gdLst/>
            <a:ahLst/>
            <a:cxnLst/>
            <a:rect r="r" b="b" t="t" l="l"/>
            <a:pathLst>
              <a:path h="5994465" w="9753600">
                <a:moveTo>
                  <a:pt x="0" y="0"/>
                </a:moveTo>
                <a:lnTo>
                  <a:pt x="9753600" y="0"/>
                </a:lnTo>
                <a:lnTo>
                  <a:pt x="9753600" y="5994465"/>
                </a:lnTo>
                <a:lnTo>
                  <a:pt x="0" y="599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0" t="-4987" r="-4059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72175" y="115253"/>
            <a:ext cx="4329589" cy="61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Flow Diagram: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263505" y="6830058"/>
            <a:ext cx="10390730" cy="548635"/>
            <a:chOff x="0" y="0"/>
            <a:chExt cx="3848419" cy="2031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48419" cy="203198"/>
            </a:xfrm>
            <a:custGeom>
              <a:avLst/>
              <a:gdLst/>
              <a:ahLst/>
              <a:cxnLst/>
              <a:rect r="r" b="b" t="t" l="l"/>
              <a:pathLst>
                <a:path h="203198" w="3848419">
                  <a:moveTo>
                    <a:pt x="3645219" y="0"/>
                  </a:moveTo>
                  <a:cubicBezTo>
                    <a:pt x="3757443" y="0"/>
                    <a:pt x="3848419" y="45487"/>
                    <a:pt x="3848419" y="101599"/>
                  </a:cubicBezTo>
                  <a:cubicBezTo>
                    <a:pt x="3848419" y="157711"/>
                    <a:pt x="3757443" y="203198"/>
                    <a:pt x="3645219" y="203198"/>
                  </a:cubicBezTo>
                  <a:lnTo>
                    <a:pt x="203200" y="203198"/>
                  </a:lnTo>
                  <a:cubicBezTo>
                    <a:pt x="90976" y="203198"/>
                    <a:pt x="0" y="157711"/>
                    <a:pt x="0" y="101599"/>
                  </a:cubicBezTo>
                  <a:cubicBezTo>
                    <a:pt x="0" y="4548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848419" cy="231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-3244692" y="3375946"/>
            <a:ext cx="6362377" cy="656341"/>
            <a:chOff x="0" y="0"/>
            <a:chExt cx="2356436" cy="2430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56436" cy="243089"/>
            </a:xfrm>
            <a:custGeom>
              <a:avLst/>
              <a:gdLst/>
              <a:ahLst/>
              <a:cxnLst/>
              <a:rect r="r" b="b" t="t" l="l"/>
              <a:pathLst>
                <a:path h="243089" w="2356436">
                  <a:moveTo>
                    <a:pt x="2153236" y="0"/>
                  </a:moveTo>
                  <a:cubicBezTo>
                    <a:pt x="2265460" y="0"/>
                    <a:pt x="2356436" y="54417"/>
                    <a:pt x="2356436" y="121545"/>
                  </a:cubicBezTo>
                  <a:cubicBezTo>
                    <a:pt x="2356436" y="188672"/>
                    <a:pt x="2265460" y="243089"/>
                    <a:pt x="2153236" y="243089"/>
                  </a:cubicBezTo>
                  <a:lnTo>
                    <a:pt x="203200" y="243089"/>
                  </a:lnTo>
                  <a:cubicBezTo>
                    <a:pt x="90976" y="243089"/>
                    <a:pt x="0" y="188672"/>
                    <a:pt x="0" y="121545"/>
                  </a:cubicBezTo>
                  <a:cubicBezTo>
                    <a:pt x="0" y="5441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356436" cy="27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6635905" y="4237247"/>
            <a:ext cx="6362377" cy="656341"/>
            <a:chOff x="0" y="0"/>
            <a:chExt cx="2356436" cy="2430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56436" cy="243089"/>
            </a:xfrm>
            <a:custGeom>
              <a:avLst/>
              <a:gdLst/>
              <a:ahLst/>
              <a:cxnLst/>
              <a:rect r="r" b="b" t="t" l="l"/>
              <a:pathLst>
                <a:path h="243089" w="2356436">
                  <a:moveTo>
                    <a:pt x="2153236" y="0"/>
                  </a:moveTo>
                  <a:cubicBezTo>
                    <a:pt x="2265460" y="0"/>
                    <a:pt x="2356436" y="54417"/>
                    <a:pt x="2356436" y="121545"/>
                  </a:cubicBezTo>
                  <a:cubicBezTo>
                    <a:pt x="2356436" y="188672"/>
                    <a:pt x="2265460" y="243089"/>
                    <a:pt x="2153236" y="243089"/>
                  </a:cubicBezTo>
                  <a:lnTo>
                    <a:pt x="203200" y="243089"/>
                  </a:lnTo>
                  <a:cubicBezTo>
                    <a:pt x="90976" y="243089"/>
                    <a:pt x="0" y="188672"/>
                    <a:pt x="0" y="121545"/>
                  </a:cubicBezTo>
                  <a:cubicBezTo>
                    <a:pt x="0" y="5441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356436" cy="271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7174"/>
            <a:ext cx="479736" cy="3028026"/>
            <a:chOff x="0" y="0"/>
            <a:chExt cx="479743" cy="30280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6261"/>
              <a:ext cx="476635" cy="2971801"/>
            </a:xfrm>
            <a:custGeom>
              <a:avLst/>
              <a:gdLst/>
              <a:ahLst/>
              <a:cxnLst/>
              <a:rect r="r" b="b" t="t" l="l"/>
              <a:pathLst>
                <a:path h="2971801" w="476635">
                  <a:moveTo>
                    <a:pt x="0" y="0"/>
                  </a:moveTo>
                  <a:lnTo>
                    <a:pt x="0" y="2971801"/>
                  </a:lnTo>
                  <a:lnTo>
                    <a:pt x="476635" y="29718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06742" y="-63503"/>
            <a:ext cx="4410361" cy="7442197"/>
            <a:chOff x="0" y="0"/>
            <a:chExt cx="4410354" cy="7442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4422" y="4527423"/>
              <a:ext cx="4272401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1">
                  <a:moveTo>
                    <a:pt x="4272401" y="0"/>
                  </a:moveTo>
                  <a:lnTo>
                    <a:pt x="0" y="2851277"/>
                  </a:lnTo>
                  <a:lnTo>
                    <a:pt x="17272" y="2851277"/>
                  </a:lnTo>
                  <a:lnTo>
                    <a:pt x="4272401" y="11430"/>
                  </a:lnTo>
                  <a:lnTo>
                    <a:pt x="4272401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107054" y="63500"/>
              <a:ext cx="1308353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3">
                  <a:moveTo>
                    <a:pt x="0" y="0"/>
                  </a:moveTo>
                  <a:lnTo>
                    <a:pt x="1298701" y="7315200"/>
                  </a:lnTo>
                  <a:lnTo>
                    <a:pt x="1308353" y="7315200"/>
                  </a:lnTo>
                  <a:lnTo>
                    <a:pt x="9779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54527" y="63500"/>
              <a:ext cx="2392295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295">
                  <a:moveTo>
                    <a:pt x="2157092" y="0"/>
                  </a:moveTo>
                  <a:lnTo>
                    <a:pt x="0" y="7315200"/>
                  </a:lnTo>
                  <a:lnTo>
                    <a:pt x="2392296" y="7315200"/>
                  </a:lnTo>
                  <a:lnTo>
                    <a:pt x="2392296" y="8509"/>
                  </a:lnTo>
                  <a:lnTo>
                    <a:pt x="2157600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86632" y="63500"/>
              <a:ext cx="2060318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318">
                  <a:moveTo>
                    <a:pt x="0" y="0"/>
                  </a:moveTo>
                  <a:lnTo>
                    <a:pt x="1280285" y="7315200"/>
                  </a:lnTo>
                  <a:lnTo>
                    <a:pt x="2060318" y="7315200"/>
                  </a:lnTo>
                  <a:lnTo>
                    <a:pt x="2060318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89606" y="4262374"/>
              <a:ext cx="2657217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17">
                  <a:moveTo>
                    <a:pt x="2657217" y="0"/>
                  </a:moveTo>
                  <a:lnTo>
                    <a:pt x="0" y="3116326"/>
                  </a:lnTo>
                  <a:lnTo>
                    <a:pt x="2657217" y="3116326"/>
                  </a:lnTo>
                  <a:lnTo>
                    <a:pt x="2657217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0003" y="63500"/>
              <a:ext cx="22668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0">
                  <a:moveTo>
                    <a:pt x="0" y="0"/>
                  </a:moveTo>
                  <a:lnTo>
                    <a:pt x="1976752" y="7315200"/>
                  </a:lnTo>
                  <a:lnTo>
                    <a:pt x="2266820" y="7315200"/>
                  </a:lnTo>
                  <a:lnTo>
                    <a:pt x="226682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451601" y="63500"/>
              <a:ext cx="895349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49">
                  <a:moveTo>
                    <a:pt x="720089" y="0"/>
                  </a:moveTo>
                  <a:lnTo>
                    <a:pt x="0" y="7315200"/>
                  </a:lnTo>
                  <a:lnTo>
                    <a:pt x="895349" y="7315200"/>
                  </a:lnTo>
                  <a:lnTo>
                    <a:pt x="895349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236336" y="63500"/>
              <a:ext cx="1110486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6">
                  <a:moveTo>
                    <a:pt x="0" y="0"/>
                  </a:moveTo>
                  <a:lnTo>
                    <a:pt x="999489" y="7315200"/>
                  </a:lnTo>
                  <a:lnTo>
                    <a:pt x="1110487" y="7315200"/>
                  </a:lnTo>
                  <a:lnTo>
                    <a:pt x="1110487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213222" y="5333365"/>
              <a:ext cx="1133600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0">
                  <a:moveTo>
                    <a:pt x="1133601" y="0"/>
                  </a:moveTo>
                  <a:lnTo>
                    <a:pt x="0" y="2045335"/>
                  </a:lnTo>
                  <a:lnTo>
                    <a:pt x="1133601" y="2045335"/>
                  </a:lnTo>
                  <a:lnTo>
                    <a:pt x="113360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7410" y="5212065"/>
            <a:ext cx="2541946" cy="2542118"/>
            <a:chOff x="0" y="0"/>
            <a:chExt cx="3389262" cy="33894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89249" cy="3389503"/>
            </a:xfrm>
            <a:custGeom>
              <a:avLst/>
              <a:gdLst/>
              <a:ahLst/>
              <a:cxnLst/>
              <a:rect r="r" b="b" t="t" l="l"/>
              <a:pathLst>
                <a:path h="3389503" w="3389249">
                  <a:moveTo>
                    <a:pt x="0" y="0"/>
                  </a:moveTo>
                  <a:lnTo>
                    <a:pt x="3389249" y="0"/>
                  </a:lnTo>
                  <a:lnTo>
                    <a:pt x="3389249" y="3389503"/>
                  </a:lnTo>
                  <a:lnTo>
                    <a:pt x="0" y="3389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516270" y="4750461"/>
            <a:ext cx="2395985" cy="2395985"/>
            <a:chOff x="0" y="0"/>
            <a:chExt cx="3194647" cy="31946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94685" cy="3194685"/>
            </a:xfrm>
            <a:custGeom>
              <a:avLst/>
              <a:gdLst/>
              <a:ahLst/>
              <a:cxnLst/>
              <a:rect r="r" b="b" t="t" l="l"/>
              <a:pathLst>
                <a:path h="3194685" w="3194685">
                  <a:moveTo>
                    <a:pt x="0" y="0"/>
                  </a:moveTo>
                  <a:lnTo>
                    <a:pt x="3194685" y="0"/>
                  </a:lnTo>
                  <a:lnTo>
                    <a:pt x="3194685" y="3194685"/>
                  </a:lnTo>
                  <a:lnTo>
                    <a:pt x="0" y="3194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579356" y="5249189"/>
            <a:ext cx="3467100" cy="2095500"/>
            <a:chOff x="0" y="0"/>
            <a:chExt cx="4622800" cy="279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228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4622800">
                  <a:moveTo>
                    <a:pt x="0" y="0"/>
                  </a:moveTo>
                  <a:lnTo>
                    <a:pt x="4622800" y="0"/>
                  </a:lnTo>
                  <a:lnTo>
                    <a:pt x="4622800" y="2794000"/>
                  </a:lnTo>
                  <a:lnTo>
                    <a:pt x="0" y="279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07" t="0" r="-1764" b="-6818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35932" y="452371"/>
            <a:ext cx="3852624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Setup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0255" y="1683496"/>
            <a:ext cx="1569101" cy="42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5368" y="2493919"/>
            <a:ext cx="1571101" cy="431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5368" y="2920948"/>
            <a:ext cx="1090970" cy="42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: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24348" y="1698757"/>
            <a:ext cx="3097292" cy="37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b="true" sz="24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HTML,CSS, JavaScript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24243" y="2112121"/>
            <a:ext cx="3028950" cy="37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Python,Flask framework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24348" y="2512171"/>
            <a:ext cx="1182886" cy="37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b="true" sz="24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79356" y="2928976"/>
            <a:ext cx="4840962" cy="37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VSCode,Web Browser, MySQL Server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3575" y="1260607"/>
            <a:ext cx="2841546" cy="42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5368" y="3436626"/>
            <a:ext cx="1658875" cy="42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0255" y="2106037"/>
            <a:ext cx="1613988" cy="42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:  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41234" y="3484994"/>
            <a:ext cx="2943344" cy="146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core i5 - 12450HX</a:t>
            </a:r>
          </a:p>
          <a:p>
            <a:pPr algn="ctr">
              <a:lnSpc>
                <a:spcPts val="2867"/>
              </a:lnSpc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 GB DDR4 RAM</a:t>
            </a:r>
          </a:p>
          <a:p>
            <a:pPr algn="ctr">
              <a:lnSpc>
                <a:spcPts val="2867"/>
              </a:lnSpc>
            </a:pPr>
          </a:p>
          <a:p>
            <a:pPr algn="ctr">
              <a:lnSpc>
                <a:spcPts val="2867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302350" y="1478972"/>
            <a:ext cx="4800185" cy="4062156"/>
          </a:xfrm>
          <a:custGeom>
            <a:avLst/>
            <a:gdLst/>
            <a:ahLst/>
            <a:cxnLst/>
            <a:rect r="r" b="b" t="t" l="l"/>
            <a:pathLst>
              <a:path h="4062156" w="4800185">
                <a:moveTo>
                  <a:pt x="0" y="0"/>
                </a:moveTo>
                <a:lnTo>
                  <a:pt x="4800185" y="0"/>
                </a:lnTo>
                <a:lnTo>
                  <a:pt x="4800185" y="4062156"/>
                </a:lnTo>
                <a:lnTo>
                  <a:pt x="0" y="40621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7566" y="131540"/>
            <a:ext cx="3200038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95088" y="5781992"/>
            <a:ext cx="239708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 Login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187" t="0" r="-25187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08977" y="2154533"/>
            <a:ext cx="7258937" cy="3620395"/>
          </a:xfrm>
          <a:custGeom>
            <a:avLst/>
            <a:gdLst/>
            <a:ahLst/>
            <a:cxnLst/>
            <a:rect r="r" b="b" t="t" l="l"/>
            <a:pathLst>
              <a:path h="3620395" w="7258937">
                <a:moveTo>
                  <a:pt x="0" y="0"/>
                </a:moveTo>
                <a:lnTo>
                  <a:pt x="7258937" y="0"/>
                </a:lnTo>
                <a:lnTo>
                  <a:pt x="7258937" y="3620394"/>
                </a:lnTo>
                <a:lnTo>
                  <a:pt x="0" y="362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7566" y="131540"/>
            <a:ext cx="3200038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187" t="0" r="-25187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31520" y="2169601"/>
            <a:ext cx="7363415" cy="3635686"/>
          </a:xfrm>
          <a:custGeom>
            <a:avLst/>
            <a:gdLst/>
            <a:ahLst/>
            <a:cxnLst/>
            <a:rect r="r" b="b" t="t" l="l"/>
            <a:pathLst>
              <a:path h="3635686" w="7363415">
                <a:moveTo>
                  <a:pt x="0" y="0"/>
                </a:moveTo>
                <a:lnTo>
                  <a:pt x="7363415" y="0"/>
                </a:lnTo>
                <a:lnTo>
                  <a:pt x="7363415" y="3635686"/>
                </a:lnTo>
                <a:lnTo>
                  <a:pt x="0" y="3635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7566" y="131540"/>
            <a:ext cx="3200038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08" r="0" b="-9708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477701" y="1508901"/>
            <a:ext cx="5414584" cy="4849451"/>
          </a:xfrm>
          <a:custGeom>
            <a:avLst/>
            <a:gdLst/>
            <a:ahLst/>
            <a:cxnLst/>
            <a:rect r="r" b="b" t="t" l="l"/>
            <a:pathLst>
              <a:path h="4849451" w="5414584">
                <a:moveTo>
                  <a:pt x="0" y="0"/>
                </a:moveTo>
                <a:lnTo>
                  <a:pt x="5414585" y="0"/>
                </a:lnTo>
                <a:lnTo>
                  <a:pt x="5414585" y="4849451"/>
                </a:lnTo>
                <a:lnTo>
                  <a:pt x="0" y="4849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7566" y="131540"/>
            <a:ext cx="3200038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0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626" t="0" r="-24626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31520" y="2143231"/>
            <a:ext cx="7424982" cy="3731054"/>
          </a:xfrm>
          <a:custGeom>
            <a:avLst/>
            <a:gdLst/>
            <a:ahLst/>
            <a:cxnLst/>
            <a:rect r="r" b="b" t="t" l="l"/>
            <a:pathLst>
              <a:path h="3731054" w="7424982">
                <a:moveTo>
                  <a:pt x="0" y="0"/>
                </a:moveTo>
                <a:lnTo>
                  <a:pt x="7424982" y="0"/>
                </a:lnTo>
                <a:lnTo>
                  <a:pt x="7424982" y="3731054"/>
                </a:lnTo>
                <a:lnTo>
                  <a:pt x="0" y="3731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7566" y="131540"/>
            <a:ext cx="3200038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63498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22047" y="460248"/>
              <a:ext cx="6070981" cy="38100"/>
            </a:xfrm>
            <a:custGeom>
              <a:avLst/>
              <a:gdLst/>
              <a:ahLst/>
              <a:cxnLst/>
              <a:rect r="r" b="b" t="t" l="l"/>
              <a:pathLst>
                <a:path h="38100" w="6070981">
                  <a:moveTo>
                    <a:pt x="0" y="0"/>
                  </a:moveTo>
                  <a:lnTo>
                    <a:pt x="0" y="38100"/>
                  </a:lnTo>
                  <a:lnTo>
                    <a:pt x="2674874" y="38100"/>
                  </a:lnTo>
                  <a:lnTo>
                    <a:pt x="2674874" y="0"/>
                  </a:lnTo>
                  <a:close/>
                  <a:moveTo>
                    <a:pt x="5539613" y="0"/>
                  </a:moveTo>
                  <a:lnTo>
                    <a:pt x="5539613" y="38100"/>
                  </a:lnTo>
                  <a:lnTo>
                    <a:pt x="6070981" y="38100"/>
                  </a:lnTo>
                  <a:lnTo>
                    <a:pt x="6070981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518154" y="460248"/>
              <a:ext cx="110744" cy="38100"/>
            </a:xfrm>
            <a:custGeom>
              <a:avLst/>
              <a:gdLst/>
              <a:ahLst/>
              <a:cxnLst/>
              <a:rect r="r" b="b" t="t" l="l"/>
              <a:pathLst>
                <a:path h="38100" w="110744">
                  <a:moveTo>
                    <a:pt x="0" y="0"/>
                  </a:moveTo>
                  <a:lnTo>
                    <a:pt x="110744" y="0"/>
                  </a:lnTo>
                  <a:lnTo>
                    <a:pt x="11074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362227" y="-149228"/>
            <a:ext cx="3576971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 &amp; Analysis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329" y="970712"/>
            <a:ext cx="2776957" cy="49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Achieved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22941" y="1038187"/>
            <a:ext cx="87830" cy="42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329" y="3933529"/>
            <a:ext cx="8837143" cy="203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Analysis of the system </a:t>
            </a:r>
          </a:p>
          <a:p>
            <a:pPr algn="l">
              <a:lnSpc>
                <a:spcPts val="2867"/>
              </a:lnSpc>
            </a:pPr>
            <a:r>
              <a:rPr lang="en-US" sz="24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provides real-time overview of placement activities Centralized digital storage minimizes risk of data loss Application tracking and history improve decision-making for students and admin Simplifies overall placement operations and communication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9089" y="1498721"/>
            <a:ext cx="8906837" cy="182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manual workload of the placement cell by approximately 60%. </a:t>
            </a:r>
          </a:p>
          <a:p>
            <a:pPr algn="l">
              <a:lnSpc>
                <a:spcPts val="2853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management and accessibility of student and company records. </a:t>
            </a:r>
          </a:p>
          <a:p>
            <a:pPr algn="l">
              <a:lnSpc>
                <a:spcPts val="2853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access to application and placement data Automated tracking of applications and notifications.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723" y="180022"/>
            <a:ext cx="3844290" cy="632460"/>
            <a:chOff x="0" y="0"/>
            <a:chExt cx="5125720" cy="843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9530" y="49212"/>
              <a:ext cx="5028247" cy="745399"/>
            </a:xfrm>
            <a:custGeom>
              <a:avLst/>
              <a:gdLst/>
              <a:ahLst/>
              <a:cxnLst/>
              <a:rect r="r" b="b" t="t" l="l"/>
              <a:pathLst>
                <a:path h="745399" w="5028247">
                  <a:moveTo>
                    <a:pt x="631190" y="597218"/>
                  </a:moveTo>
                  <a:cubicBezTo>
                    <a:pt x="118110" y="500698"/>
                    <a:pt x="105410" y="493078"/>
                    <a:pt x="85090" y="475298"/>
                  </a:cubicBezTo>
                  <a:cubicBezTo>
                    <a:pt x="60960" y="454978"/>
                    <a:pt x="34290" y="424498"/>
                    <a:pt x="20320" y="394018"/>
                  </a:cubicBezTo>
                  <a:cubicBezTo>
                    <a:pt x="6350" y="363538"/>
                    <a:pt x="0" y="325438"/>
                    <a:pt x="1270" y="291148"/>
                  </a:cubicBezTo>
                  <a:cubicBezTo>
                    <a:pt x="3810" y="258128"/>
                    <a:pt x="19050" y="217488"/>
                    <a:pt x="31750" y="192088"/>
                  </a:cubicBezTo>
                  <a:cubicBezTo>
                    <a:pt x="41910" y="174308"/>
                    <a:pt x="52070" y="162878"/>
                    <a:pt x="64770" y="151448"/>
                  </a:cubicBezTo>
                  <a:cubicBezTo>
                    <a:pt x="76200" y="138748"/>
                    <a:pt x="87630" y="127318"/>
                    <a:pt x="105410" y="118428"/>
                  </a:cubicBezTo>
                  <a:cubicBezTo>
                    <a:pt x="130810" y="105728"/>
                    <a:pt x="171450" y="89218"/>
                    <a:pt x="204470" y="87948"/>
                  </a:cubicBezTo>
                  <a:cubicBezTo>
                    <a:pt x="238760" y="85408"/>
                    <a:pt x="264160" y="104458"/>
                    <a:pt x="307340" y="105728"/>
                  </a:cubicBezTo>
                  <a:cubicBezTo>
                    <a:pt x="381000" y="109538"/>
                    <a:pt x="495300" y="84138"/>
                    <a:pt x="607060" y="81598"/>
                  </a:cubicBezTo>
                  <a:cubicBezTo>
                    <a:pt x="746760" y="76518"/>
                    <a:pt x="951230" y="89218"/>
                    <a:pt x="1080770" y="93028"/>
                  </a:cubicBezTo>
                  <a:cubicBezTo>
                    <a:pt x="1170940" y="96838"/>
                    <a:pt x="1216660" y="96838"/>
                    <a:pt x="1308100" y="104458"/>
                  </a:cubicBezTo>
                  <a:cubicBezTo>
                    <a:pt x="1450340" y="118428"/>
                    <a:pt x="1661160" y="164148"/>
                    <a:pt x="1847850" y="179388"/>
                  </a:cubicBezTo>
                  <a:cubicBezTo>
                    <a:pt x="2045970" y="195898"/>
                    <a:pt x="2270760" y="184468"/>
                    <a:pt x="2466340" y="197168"/>
                  </a:cubicBezTo>
                  <a:cubicBezTo>
                    <a:pt x="2641600" y="208598"/>
                    <a:pt x="2816860" y="240348"/>
                    <a:pt x="2964180" y="250508"/>
                  </a:cubicBezTo>
                  <a:cubicBezTo>
                    <a:pt x="3082290" y="259398"/>
                    <a:pt x="3135630" y="260668"/>
                    <a:pt x="3281680" y="263208"/>
                  </a:cubicBezTo>
                  <a:cubicBezTo>
                    <a:pt x="3605530" y="268288"/>
                    <a:pt x="4638040" y="206058"/>
                    <a:pt x="4846320" y="256858"/>
                  </a:cubicBezTo>
                  <a:cubicBezTo>
                    <a:pt x="4902200" y="270828"/>
                    <a:pt x="4922520" y="289878"/>
                    <a:pt x="4946650" y="308928"/>
                  </a:cubicBezTo>
                  <a:cubicBezTo>
                    <a:pt x="4964430" y="322898"/>
                    <a:pt x="4973320" y="333058"/>
                    <a:pt x="4984750" y="352108"/>
                  </a:cubicBezTo>
                  <a:cubicBezTo>
                    <a:pt x="5001260" y="378778"/>
                    <a:pt x="5019040" y="428308"/>
                    <a:pt x="5025390" y="458788"/>
                  </a:cubicBezTo>
                  <a:cubicBezTo>
                    <a:pt x="5029200" y="480378"/>
                    <a:pt x="5029200" y="494348"/>
                    <a:pt x="5025390" y="515938"/>
                  </a:cubicBezTo>
                  <a:cubicBezTo>
                    <a:pt x="5019040" y="546418"/>
                    <a:pt x="5001260" y="594678"/>
                    <a:pt x="4984750" y="621348"/>
                  </a:cubicBezTo>
                  <a:cubicBezTo>
                    <a:pt x="4973320" y="640398"/>
                    <a:pt x="4964430" y="650558"/>
                    <a:pt x="4946650" y="664528"/>
                  </a:cubicBezTo>
                  <a:cubicBezTo>
                    <a:pt x="4922520" y="683578"/>
                    <a:pt x="4890770" y="706438"/>
                    <a:pt x="4846320" y="716598"/>
                  </a:cubicBezTo>
                  <a:cubicBezTo>
                    <a:pt x="4773930" y="734378"/>
                    <a:pt x="4634230" y="722948"/>
                    <a:pt x="4540250" y="712788"/>
                  </a:cubicBezTo>
                  <a:cubicBezTo>
                    <a:pt x="4457700" y="703898"/>
                    <a:pt x="4403090" y="673418"/>
                    <a:pt x="4311650" y="664528"/>
                  </a:cubicBezTo>
                  <a:cubicBezTo>
                    <a:pt x="4179570" y="650558"/>
                    <a:pt x="3997960" y="658178"/>
                    <a:pt x="3820160" y="661988"/>
                  </a:cubicBezTo>
                  <a:cubicBezTo>
                    <a:pt x="3608070" y="668338"/>
                    <a:pt x="3229610" y="701358"/>
                    <a:pt x="3126740" y="698818"/>
                  </a:cubicBezTo>
                  <a:cubicBezTo>
                    <a:pt x="3096260" y="697548"/>
                    <a:pt x="3089910" y="697548"/>
                    <a:pt x="3068320" y="691198"/>
                  </a:cubicBezTo>
                  <a:cubicBezTo>
                    <a:pt x="3037840" y="682308"/>
                    <a:pt x="2989580" y="656908"/>
                    <a:pt x="2965450" y="637858"/>
                  </a:cubicBezTo>
                  <a:cubicBezTo>
                    <a:pt x="2947670" y="623888"/>
                    <a:pt x="2937510" y="613728"/>
                    <a:pt x="2926080" y="593408"/>
                  </a:cubicBezTo>
                  <a:cubicBezTo>
                    <a:pt x="2909570" y="566738"/>
                    <a:pt x="2889250" y="522288"/>
                    <a:pt x="2885440" y="485458"/>
                  </a:cubicBezTo>
                  <a:cubicBezTo>
                    <a:pt x="2880360" y="448628"/>
                    <a:pt x="2889250" y="400368"/>
                    <a:pt x="2899410" y="369888"/>
                  </a:cubicBezTo>
                  <a:cubicBezTo>
                    <a:pt x="2905760" y="348298"/>
                    <a:pt x="2914650" y="334328"/>
                    <a:pt x="2926080" y="317818"/>
                  </a:cubicBezTo>
                  <a:cubicBezTo>
                    <a:pt x="2936240" y="302578"/>
                    <a:pt x="2946400" y="288608"/>
                    <a:pt x="2964180" y="274638"/>
                  </a:cubicBezTo>
                  <a:cubicBezTo>
                    <a:pt x="2989580" y="254318"/>
                    <a:pt x="3037840" y="230188"/>
                    <a:pt x="3067050" y="220028"/>
                  </a:cubicBezTo>
                  <a:cubicBezTo>
                    <a:pt x="3088640" y="213678"/>
                    <a:pt x="3100070" y="212408"/>
                    <a:pt x="3125470" y="213678"/>
                  </a:cubicBezTo>
                  <a:cubicBezTo>
                    <a:pt x="3178810" y="213678"/>
                    <a:pt x="3272790" y="242888"/>
                    <a:pt x="3369310" y="253048"/>
                  </a:cubicBezTo>
                  <a:cubicBezTo>
                    <a:pt x="3503930" y="265748"/>
                    <a:pt x="3683000" y="267018"/>
                    <a:pt x="3860800" y="269558"/>
                  </a:cubicBezTo>
                  <a:cubicBezTo>
                    <a:pt x="4071620" y="272098"/>
                    <a:pt x="4390390" y="272098"/>
                    <a:pt x="4555490" y="264478"/>
                  </a:cubicBezTo>
                  <a:cubicBezTo>
                    <a:pt x="4646930" y="260668"/>
                    <a:pt x="4757420" y="223838"/>
                    <a:pt x="4767580" y="246698"/>
                  </a:cubicBezTo>
                  <a:cubicBezTo>
                    <a:pt x="4777740" y="269558"/>
                    <a:pt x="4615180" y="347028"/>
                    <a:pt x="4593590" y="414338"/>
                  </a:cubicBezTo>
                  <a:cubicBezTo>
                    <a:pt x="4573270" y="479108"/>
                    <a:pt x="4674870" y="589598"/>
                    <a:pt x="4636770" y="640398"/>
                  </a:cubicBezTo>
                  <a:cubicBezTo>
                    <a:pt x="4577080" y="721678"/>
                    <a:pt x="4257040" y="697548"/>
                    <a:pt x="4075430" y="708978"/>
                  </a:cubicBezTo>
                  <a:cubicBezTo>
                    <a:pt x="3902710" y="719138"/>
                    <a:pt x="3766820" y="714058"/>
                    <a:pt x="3569970" y="711518"/>
                  </a:cubicBezTo>
                  <a:cubicBezTo>
                    <a:pt x="3296920" y="706438"/>
                    <a:pt x="2764790" y="705168"/>
                    <a:pt x="2588260" y="673418"/>
                  </a:cubicBezTo>
                  <a:cubicBezTo>
                    <a:pt x="2520950" y="661988"/>
                    <a:pt x="2485390" y="645478"/>
                    <a:pt x="2453640" y="628968"/>
                  </a:cubicBezTo>
                  <a:cubicBezTo>
                    <a:pt x="2432050" y="618808"/>
                    <a:pt x="2420620" y="611188"/>
                    <a:pt x="2405380" y="595948"/>
                  </a:cubicBezTo>
                  <a:cubicBezTo>
                    <a:pt x="2383790" y="573088"/>
                    <a:pt x="2354580" y="534988"/>
                    <a:pt x="2341880" y="500698"/>
                  </a:cubicBezTo>
                  <a:cubicBezTo>
                    <a:pt x="2327910" y="465138"/>
                    <a:pt x="2324100" y="423228"/>
                    <a:pt x="2327910" y="386398"/>
                  </a:cubicBezTo>
                  <a:cubicBezTo>
                    <a:pt x="2332990" y="349568"/>
                    <a:pt x="2348230" y="310198"/>
                    <a:pt x="2369820" y="279718"/>
                  </a:cubicBezTo>
                  <a:cubicBezTo>
                    <a:pt x="2391410" y="249238"/>
                    <a:pt x="2411730" y="226378"/>
                    <a:pt x="2456180" y="203518"/>
                  </a:cubicBezTo>
                  <a:cubicBezTo>
                    <a:pt x="2547620" y="157798"/>
                    <a:pt x="2782570" y="123508"/>
                    <a:pt x="2923540" y="99378"/>
                  </a:cubicBezTo>
                  <a:cubicBezTo>
                    <a:pt x="3035300" y="80328"/>
                    <a:pt x="3131820" y="79058"/>
                    <a:pt x="3230880" y="62548"/>
                  </a:cubicBezTo>
                  <a:cubicBezTo>
                    <a:pt x="3323590" y="48578"/>
                    <a:pt x="3431540" y="5398"/>
                    <a:pt x="3498850" y="7938"/>
                  </a:cubicBezTo>
                  <a:cubicBezTo>
                    <a:pt x="3540760" y="10478"/>
                    <a:pt x="3575050" y="25718"/>
                    <a:pt x="3600450" y="38418"/>
                  </a:cubicBezTo>
                  <a:cubicBezTo>
                    <a:pt x="3619500" y="48578"/>
                    <a:pt x="3629660" y="56198"/>
                    <a:pt x="3643630" y="71438"/>
                  </a:cubicBezTo>
                  <a:cubicBezTo>
                    <a:pt x="3662680" y="93028"/>
                    <a:pt x="3689350" y="134938"/>
                    <a:pt x="3699510" y="161608"/>
                  </a:cubicBezTo>
                  <a:cubicBezTo>
                    <a:pt x="3707130" y="180658"/>
                    <a:pt x="3709670" y="193358"/>
                    <a:pt x="3709670" y="213678"/>
                  </a:cubicBezTo>
                  <a:cubicBezTo>
                    <a:pt x="3709670" y="242888"/>
                    <a:pt x="3702050" y="292418"/>
                    <a:pt x="3691890" y="319088"/>
                  </a:cubicBezTo>
                  <a:cubicBezTo>
                    <a:pt x="3684270" y="338138"/>
                    <a:pt x="3675380" y="350838"/>
                    <a:pt x="3663950" y="364808"/>
                  </a:cubicBezTo>
                  <a:cubicBezTo>
                    <a:pt x="3653790" y="378778"/>
                    <a:pt x="3643630" y="391478"/>
                    <a:pt x="3627120" y="402908"/>
                  </a:cubicBezTo>
                  <a:cubicBezTo>
                    <a:pt x="3602990" y="420688"/>
                    <a:pt x="3582670" y="437198"/>
                    <a:pt x="3530600" y="448628"/>
                  </a:cubicBezTo>
                  <a:cubicBezTo>
                    <a:pt x="3364230" y="482918"/>
                    <a:pt x="2688590" y="421958"/>
                    <a:pt x="2424430" y="419418"/>
                  </a:cubicBezTo>
                  <a:cubicBezTo>
                    <a:pt x="2277110" y="418148"/>
                    <a:pt x="2211070" y="416878"/>
                    <a:pt x="2080260" y="423228"/>
                  </a:cubicBezTo>
                  <a:cubicBezTo>
                    <a:pt x="1910080" y="430848"/>
                    <a:pt x="1587500" y="474028"/>
                    <a:pt x="1489710" y="471488"/>
                  </a:cubicBezTo>
                  <a:cubicBezTo>
                    <a:pt x="1456690" y="470218"/>
                    <a:pt x="1445260" y="468948"/>
                    <a:pt x="1424940" y="463868"/>
                  </a:cubicBezTo>
                  <a:cubicBezTo>
                    <a:pt x="1403350" y="457518"/>
                    <a:pt x="1383030" y="447358"/>
                    <a:pt x="1365250" y="434658"/>
                  </a:cubicBezTo>
                  <a:cubicBezTo>
                    <a:pt x="1347470" y="421958"/>
                    <a:pt x="1330960" y="406718"/>
                    <a:pt x="1318260" y="388938"/>
                  </a:cubicBezTo>
                  <a:cubicBezTo>
                    <a:pt x="1305560" y="371158"/>
                    <a:pt x="1295400" y="350838"/>
                    <a:pt x="1289050" y="330518"/>
                  </a:cubicBezTo>
                  <a:cubicBezTo>
                    <a:pt x="1282700" y="310198"/>
                    <a:pt x="1278890" y="287338"/>
                    <a:pt x="1278890" y="265748"/>
                  </a:cubicBezTo>
                  <a:cubicBezTo>
                    <a:pt x="1280160" y="244158"/>
                    <a:pt x="1283970" y="221298"/>
                    <a:pt x="1291590" y="200978"/>
                  </a:cubicBezTo>
                  <a:cubicBezTo>
                    <a:pt x="1297940" y="180658"/>
                    <a:pt x="1309370" y="160338"/>
                    <a:pt x="1323340" y="142558"/>
                  </a:cubicBezTo>
                  <a:cubicBezTo>
                    <a:pt x="1336040" y="126048"/>
                    <a:pt x="1352550" y="110808"/>
                    <a:pt x="1371600" y="99378"/>
                  </a:cubicBezTo>
                  <a:cubicBezTo>
                    <a:pt x="1389380" y="86678"/>
                    <a:pt x="1410970" y="77788"/>
                    <a:pt x="1431290" y="72708"/>
                  </a:cubicBezTo>
                  <a:cubicBezTo>
                    <a:pt x="1451610" y="66358"/>
                    <a:pt x="1475740" y="65088"/>
                    <a:pt x="1496060" y="66358"/>
                  </a:cubicBezTo>
                  <a:cubicBezTo>
                    <a:pt x="1517650" y="67628"/>
                    <a:pt x="1540510" y="72708"/>
                    <a:pt x="1560830" y="81598"/>
                  </a:cubicBezTo>
                  <a:cubicBezTo>
                    <a:pt x="1579880" y="89218"/>
                    <a:pt x="1600200" y="101918"/>
                    <a:pt x="1616710" y="115888"/>
                  </a:cubicBezTo>
                  <a:cubicBezTo>
                    <a:pt x="1631950" y="131128"/>
                    <a:pt x="1647190" y="148908"/>
                    <a:pt x="1657350" y="166688"/>
                  </a:cubicBezTo>
                  <a:cubicBezTo>
                    <a:pt x="1668780" y="185738"/>
                    <a:pt x="1676400" y="207328"/>
                    <a:pt x="1681480" y="228918"/>
                  </a:cubicBezTo>
                  <a:cubicBezTo>
                    <a:pt x="1685290" y="249238"/>
                    <a:pt x="1686560" y="273368"/>
                    <a:pt x="1684020" y="293688"/>
                  </a:cubicBezTo>
                  <a:cubicBezTo>
                    <a:pt x="1680210" y="315278"/>
                    <a:pt x="1673860" y="338138"/>
                    <a:pt x="1664970" y="357188"/>
                  </a:cubicBezTo>
                  <a:cubicBezTo>
                    <a:pt x="1654810" y="376238"/>
                    <a:pt x="1642110" y="395288"/>
                    <a:pt x="1626870" y="410528"/>
                  </a:cubicBezTo>
                  <a:cubicBezTo>
                    <a:pt x="1611630" y="425768"/>
                    <a:pt x="1593850" y="439738"/>
                    <a:pt x="1573530" y="449898"/>
                  </a:cubicBezTo>
                  <a:cubicBezTo>
                    <a:pt x="1554480" y="460058"/>
                    <a:pt x="1532890" y="466408"/>
                    <a:pt x="1511300" y="468948"/>
                  </a:cubicBezTo>
                  <a:cubicBezTo>
                    <a:pt x="1489710" y="472758"/>
                    <a:pt x="1466850" y="472758"/>
                    <a:pt x="1445260" y="468948"/>
                  </a:cubicBezTo>
                  <a:cubicBezTo>
                    <a:pt x="1424940" y="465138"/>
                    <a:pt x="1403350" y="456248"/>
                    <a:pt x="1384300" y="446088"/>
                  </a:cubicBezTo>
                  <a:cubicBezTo>
                    <a:pt x="1365250" y="435928"/>
                    <a:pt x="1347470" y="421958"/>
                    <a:pt x="1332230" y="405448"/>
                  </a:cubicBezTo>
                  <a:cubicBezTo>
                    <a:pt x="1318260" y="390208"/>
                    <a:pt x="1305560" y="369888"/>
                    <a:pt x="1296670" y="350838"/>
                  </a:cubicBezTo>
                  <a:cubicBezTo>
                    <a:pt x="1287780" y="330518"/>
                    <a:pt x="1281430" y="308928"/>
                    <a:pt x="1280160" y="287338"/>
                  </a:cubicBezTo>
                  <a:cubicBezTo>
                    <a:pt x="1277620" y="265748"/>
                    <a:pt x="1280160" y="242888"/>
                    <a:pt x="1285240" y="221298"/>
                  </a:cubicBezTo>
                  <a:cubicBezTo>
                    <a:pt x="1290320" y="200978"/>
                    <a:pt x="1299210" y="179388"/>
                    <a:pt x="1310640" y="161608"/>
                  </a:cubicBezTo>
                  <a:cubicBezTo>
                    <a:pt x="1322070" y="142558"/>
                    <a:pt x="1337310" y="126048"/>
                    <a:pt x="1353820" y="112078"/>
                  </a:cubicBezTo>
                  <a:cubicBezTo>
                    <a:pt x="1370330" y="98108"/>
                    <a:pt x="1377950" y="89218"/>
                    <a:pt x="1410970" y="79058"/>
                  </a:cubicBezTo>
                  <a:cubicBezTo>
                    <a:pt x="1537970" y="40958"/>
                    <a:pt x="2119630" y="30798"/>
                    <a:pt x="2424430" y="18098"/>
                  </a:cubicBezTo>
                  <a:cubicBezTo>
                    <a:pt x="2675890" y="6668"/>
                    <a:pt x="2914650" y="2858"/>
                    <a:pt x="3111500" y="1588"/>
                  </a:cubicBezTo>
                  <a:cubicBezTo>
                    <a:pt x="3258820" y="1588"/>
                    <a:pt x="3412490" y="-4762"/>
                    <a:pt x="3498850" y="7938"/>
                  </a:cubicBezTo>
                  <a:cubicBezTo>
                    <a:pt x="3544570" y="15558"/>
                    <a:pt x="3575050" y="25718"/>
                    <a:pt x="3600450" y="38418"/>
                  </a:cubicBezTo>
                  <a:cubicBezTo>
                    <a:pt x="3619500" y="48578"/>
                    <a:pt x="3630930" y="58738"/>
                    <a:pt x="3643630" y="71438"/>
                  </a:cubicBezTo>
                  <a:cubicBezTo>
                    <a:pt x="3656330" y="84138"/>
                    <a:pt x="3666490" y="95568"/>
                    <a:pt x="3676650" y="113348"/>
                  </a:cubicBezTo>
                  <a:cubicBezTo>
                    <a:pt x="3690620" y="138748"/>
                    <a:pt x="3707130" y="179388"/>
                    <a:pt x="3709670" y="213678"/>
                  </a:cubicBezTo>
                  <a:cubicBezTo>
                    <a:pt x="3712210" y="247968"/>
                    <a:pt x="3705860" y="287338"/>
                    <a:pt x="3691890" y="319088"/>
                  </a:cubicBezTo>
                  <a:cubicBezTo>
                    <a:pt x="3677920" y="350838"/>
                    <a:pt x="3648710" y="383858"/>
                    <a:pt x="3627120" y="402908"/>
                  </a:cubicBezTo>
                  <a:cubicBezTo>
                    <a:pt x="3611880" y="416878"/>
                    <a:pt x="3608070" y="420688"/>
                    <a:pt x="3581400" y="432118"/>
                  </a:cubicBezTo>
                  <a:cubicBezTo>
                    <a:pt x="3464560" y="479108"/>
                    <a:pt x="2733040" y="660718"/>
                    <a:pt x="2564130" y="656908"/>
                  </a:cubicBezTo>
                  <a:cubicBezTo>
                    <a:pt x="2508250" y="656908"/>
                    <a:pt x="2485390" y="646748"/>
                    <a:pt x="2453640" y="628968"/>
                  </a:cubicBezTo>
                  <a:cubicBezTo>
                    <a:pt x="2420620" y="611188"/>
                    <a:pt x="2386330" y="576898"/>
                    <a:pt x="2367280" y="551498"/>
                  </a:cubicBezTo>
                  <a:cubicBezTo>
                    <a:pt x="2354580" y="534988"/>
                    <a:pt x="2348230" y="522288"/>
                    <a:pt x="2341880" y="500698"/>
                  </a:cubicBezTo>
                  <a:cubicBezTo>
                    <a:pt x="2331720" y="470218"/>
                    <a:pt x="2326640" y="418148"/>
                    <a:pt x="2327910" y="386398"/>
                  </a:cubicBezTo>
                  <a:cubicBezTo>
                    <a:pt x="2330450" y="364808"/>
                    <a:pt x="2332990" y="350838"/>
                    <a:pt x="2343150" y="330518"/>
                  </a:cubicBezTo>
                  <a:cubicBezTo>
                    <a:pt x="2355850" y="302578"/>
                    <a:pt x="2381250" y="260668"/>
                    <a:pt x="2409190" y="236538"/>
                  </a:cubicBezTo>
                  <a:cubicBezTo>
                    <a:pt x="2437130" y="212408"/>
                    <a:pt x="2481580" y="193358"/>
                    <a:pt x="2510790" y="184468"/>
                  </a:cubicBezTo>
                  <a:cubicBezTo>
                    <a:pt x="2532380" y="178118"/>
                    <a:pt x="2546350" y="176848"/>
                    <a:pt x="2567940" y="176848"/>
                  </a:cubicBezTo>
                  <a:cubicBezTo>
                    <a:pt x="2602230" y="178118"/>
                    <a:pt x="2635250" y="192088"/>
                    <a:pt x="2692400" y="198438"/>
                  </a:cubicBezTo>
                  <a:cubicBezTo>
                    <a:pt x="2820670" y="212408"/>
                    <a:pt x="3097530" y="226378"/>
                    <a:pt x="3321050" y="231458"/>
                  </a:cubicBezTo>
                  <a:cubicBezTo>
                    <a:pt x="3576320" y="236538"/>
                    <a:pt x="3948430" y="239078"/>
                    <a:pt x="4144010" y="225108"/>
                  </a:cubicBezTo>
                  <a:cubicBezTo>
                    <a:pt x="4253230" y="217488"/>
                    <a:pt x="4312920" y="197168"/>
                    <a:pt x="4398010" y="189548"/>
                  </a:cubicBezTo>
                  <a:cubicBezTo>
                    <a:pt x="4484370" y="181928"/>
                    <a:pt x="4577080" y="170498"/>
                    <a:pt x="4660900" y="178118"/>
                  </a:cubicBezTo>
                  <a:cubicBezTo>
                    <a:pt x="4738370" y="185738"/>
                    <a:pt x="4829810" y="179388"/>
                    <a:pt x="4885690" y="227648"/>
                  </a:cubicBezTo>
                  <a:cubicBezTo>
                    <a:pt x="4953000" y="286068"/>
                    <a:pt x="5026660" y="456248"/>
                    <a:pt x="5003800" y="540068"/>
                  </a:cubicBezTo>
                  <a:cubicBezTo>
                    <a:pt x="4982210" y="620078"/>
                    <a:pt x="4855210" y="696278"/>
                    <a:pt x="4773930" y="728028"/>
                  </a:cubicBezTo>
                  <a:cubicBezTo>
                    <a:pt x="4704080" y="755968"/>
                    <a:pt x="4654550" y="739458"/>
                    <a:pt x="4555490" y="741998"/>
                  </a:cubicBezTo>
                  <a:cubicBezTo>
                    <a:pt x="4345940" y="748348"/>
                    <a:pt x="3840480" y="745808"/>
                    <a:pt x="3577590" y="734378"/>
                  </a:cubicBezTo>
                  <a:cubicBezTo>
                    <a:pt x="3398520" y="725488"/>
                    <a:pt x="3225800" y="714058"/>
                    <a:pt x="3126740" y="698818"/>
                  </a:cubicBezTo>
                  <a:cubicBezTo>
                    <a:pt x="3075940" y="689928"/>
                    <a:pt x="3041650" y="683578"/>
                    <a:pt x="3013710" y="670878"/>
                  </a:cubicBezTo>
                  <a:cubicBezTo>
                    <a:pt x="2993390" y="661988"/>
                    <a:pt x="2980690" y="653098"/>
                    <a:pt x="2965450" y="637858"/>
                  </a:cubicBezTo>
                  <a:cubicBezTo>
                    <a:pt x="2942590" y="614998"/>
                    <a:pt x="2912110" y="570548"/>
                    <a:pt x="2899410" y="542608"/>
                  </a:cubicBezTo>
                  <a:cubicBezTo>
                    <a:pt x="2889250" y="522288"/>
                    <a:pt x="2886710" y="508318"/>
                    <a:pt x="2885440" y="485458"/>
                  </a:cubicBezTo>
                  <a:cubicBezTo>
                    <a:pt x="2882900" y="453708"/>
                    <a:pt x="2885440" y="405448"/>
                    <a:pt x="2899410" y="369888"/>
                  </a:cubicBezTo>
                  <a:cubicBezTo>
                    <a:pt x="2912110" y="334328"/>
                    <a:pt x="2936240" y="298768"/>
                    <a:pt x="2964180" y="274638"/>
                  </a:cubicBezTo>
                  <a:cubicBezTo>
                    <a:pt x="2992120" y="249238"/>
                    <a:pt x="3030220" y="233998"/>
                    <a:pt x="3067050" y="220028"/>
                  </a:cubicBezTo>
                  <a:cubicBezTo>
                    <a:pt x="3105150" y="206058"/>
                    <a:pt x="3135630" y="200978"/>
                    <a:pt x="3190240" y="194628"/>
                  </a:cubicBezTo>
                  <a:cubicBezTo>
                    <a:pt x="3298190" y="180658"/>
                    <a:pt x="3509010" y="179388"/>
                    <a:pt x="3679190" y="176848"/>
                  </a:cubicBezTo>
                  <a:cubicBezTo>
                    <a:pt x="3864610" y="174308"/>
                    <a:pt x="4066540" y="166688"/>
                    <a:pt x="4260850" y="179388"/>
                  </a:cubicBezTo>
                  <a:cubicBezTo>
                    <a:pt x="4456430" y="193358"/>
                    <a:pt x="4733290" y="221298"/>
                    <a:pt x="4846320" y="256858"/>
                  </a:cubicBezTo>
                  <a:cubicBezTo>
                    <a:pt x="4895850" y="272098"/>
                    <a:pt x="4919980" y="284798"/>
                    <a:pt x="4946650" y="308928"/>
                  </a:cubicBezTo>
                  <a:cubicBezTo>
                    <a:pt x="4974590" y="334328"/>
                    <a:pt x="4998720" y="368618"/>
                    <a:pt x="5011420" y="402908"/>
                  </a:cubicBezTo>
                  <a:cubicBezTo>
                    <a:pt x="5024120" y="437198"/>
                    <a:pt x="5026660" y="484188"/>
                    <a:pt x="5025390" y="515938"/>
                  </a:cubicBezTo>
                  <a:cubicBezTo>
                    <a:pt x="5024120" y="537528"/>
                    <a:pt x="5020310" y="551498"/>
                    <a:pt x="5011420" y="570548"/>
                  </a:cubicBezTo>
                  <a:cubicBezTo>
                    <a:pt x="4998720" y="598488"/>
                    <a:pt x="4974590" y="640398"/>
                    <a:pt x="4946650" y="664528"/>
                  </a:cubicBezTo>
                  <a:cubicBezTo>
                    <a:pt x="4919980" y="688658"/>
                    <a:pt x="4899660" y="703898"/>
                    <a:pt x="4846320" y="716598"/>
                  </a:cubicBezTo>
                  <a:cubicBezTo>
                    <a:pt x="4685030" y="757238"/>
                    <a:pt x="4147820" y="720408"/>
                    <a:pt x="3817620" y="716598"/>
                  </a:cubicBezTo>
                  <a:cubicBezTo>
                    <a:pt x="3511550" y="712788"/>
                    <a:pt x="3237230" y="705168"/>
                    <a:pt x="2931160" y="693738"/>
                  </a:cubicBezTo>
                  <a:cubicBezTo>
                    <a:pt x="2603500" y="682308"/>
                    <a:pt x="2217420" y="673418"/>
                    <a:pt x="1910080" y="644208"/>
                  </a:cubicBezTo>
                  <a:cubicBezTo>
                    <a:pt x="1654810" y="620078"/>
                    <a:pt x="1455420" y="565468"/>
                    <a:pt x="1210310" y="545148"/>
                  </a:cubicBezTo>
                  <a:cubicBezTo>
                    <a:pt x="942340" y="522288"/>
                    <a:pt x="557530" y="532448"/>
                    <a:pt x="363220" y="522288"/>
                  </a:cubicBezTo>
                  <a:cubicBezTo>
                    <a:pt x="261620" y="515938"/>
                    <a:pt x="185420" y="524828"/>
                    <a:pt x="129540" y="501968"/>
                  </a:cubicBezTo>
                  <a:cubicBezTo>
                    <a:pt x="92710" y="487998"/>
                    <a:pt x="68580" y="465138"/>
                    <a:pt x="48260" y="438468"/>
                  </a:cubicBezTo>
                  <a:cubicBezTo>
                    <a:pt x="26670" y="411798"/>
                    <a:pt x="11430" y="371158"/>
                    <a:pt x="5080" y="344488"/>
                  </a:cubicBezTo>
                  <a:cubicBezTo>
                    <a:pt x="0" y="324168"/>
                    <a:pt x="-1270" y="311468"/>
                    <a:pt x="1270" y="291148"/>
                  </a:cubicBezTo>
                  <a:cubicBezTo>
                    <a:pt x="5080" y="263208"/>
                    <a:pt x="19050" y="217488"/>
                    <a:pt x="31750" y="192088"/>
                  </a:cubicBezTo>
                  <a:cubicBezTo>
                    <a:pt x="41910" y="174308"/>
                    <a:pt x="49530" y="164148"/>
                    <a:pt x="64770" y="151448"/>
                  </a:cubicBezTo>
                  <a:cubicBezTo>
                    <a:pt x="85090" y="132398"/>
                    <a:pt x="127000" y="106998"/>
                    <a:pt x="153670" y="96838"/>
                  </a:cubicBezTo>
                  <a:cubicBezTo>
                    <a:pt x="171450" y="89218"/>
                    <a:pt x="180340" y="86678"/>
                    <a:pt x="204470" y="87948"/>
                  </a:cubicBezTo>
                  <a:cubicBezTo>
                    <a:pt x="259080" y="87948"/>
                    <a:pt x="391160" y="132398"/>
                    <a:pt x="476250" y="146368"/>
                  </a:cubicBezTo>
                  <a:cubicBezTo>
                    <a:pt x="551180" y="160338"/>
                    <a:pt x="642620" y="166688"/>
                    <a:pt x="688340" y="175578"/>
                  </a:cubicBezTo>
                  <a:cubicBezTo>
                    <a:pt x="711200" y="179388"/>
                    <a:pt x="720090" y="179388"/>
                    <a:pt x="737870" y="188278"/>
                  </a:cubicBezTo>
                  <a:cubicBezTo>
                    <a:pt x="763270" y="199708"/>
                    <a:pt x="800100" y="222568"/>
                    <a:pt x="821690" y="246698"/>
                  </a:cubicBezTo>
                  <a:cubicBezTo>
                    <a:pt x="843280" y="272098"/>
                    <a:pt x="859790" y="306388"/>
                    <a:pt x="867410" y="338138"/>
                  </a:cubicBezTo>
                  <a:cubicBezTo>
                    <a:pt x="875030" y="369888"/>
                    <a:pt x="871220" y="413068"/>
                    <a:pt x="866140" y="439738"/>
                  </a:cubicBezTo>
                  <a:cubicBezTo>
                    <a:pt x="862330" y="460058"/>
                    <a:pt x="857250" y="471488"/>
                    <a:pt x="847090" y="487998"/>
                  </a:cubicBezTo>
                  <a:cubicBezTo>
                    <a:pt x="831850" y="510858"/>
                    <a:pt x="805180" y="545148"/>
                    <a:pt x="778510" y="562928"/>
                  </a:cubicBezTo>
                  <a:cubicBezTo>
                    <a:pt x="750570" y="581978"/>
                    <a:pt x="709930" y="593408"/>
                    <a:pt x="681990" y="598488"/>
                  </a:cubicBezTo>
                  <a:cubicBezTo>
                    <a:pt x="662940" y="601028"/>
                    <a:pt x="631190" y="597218"/>
                    <a:pt x="631190" y="59721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3403" y="949198"/>
              <a:ext cx="5451348" cy="38100"/>
            </a:xfrm>
            <a:custGeom>
              <a:avLst/>
              <a:gdLst/>
              <a:ahLst/>
              <a:cxnLst/>
              <a:rect r="r" b="b" t="t" l="l"/>
              <a:pathLst>
                <a:path h="38100" w="5451348">
                  <a:moveTo>
                    <a:pt x="0" y="0"/>
                  </a:moveTo>
                  <a:lnTo>
                    <a:pt x="5451348" y="0"/>
                  </a:lnTo>
                  <a:lnTo>
                    <a:pt x="545134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1864" y="1524889"/>
              <a:ext cx="1760601" cy="28575"/>
            </a:xfrm>
            <a:custGeom>
              <a:avLst/>
              <a:gdLst/>
              <a:ahLst/>
              <a:cxnLst/>
              <a:rect r="r" b="b" t="t" l="l"/>
              <a:pathLst>
                <a:path h="28575" w="1760601">
                  <a:moveTo>
                    <a:pt x="0" y="0"/>
                  </a:moveTo>
                  <a:lnTo>
                    <a:pt x="1760601" y="0"/>
                  </a:lnTo>
                  <a:lnTo>
                    <a:pt x="1760601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1864" y="4039489"/>
              <a:ext cx="2132076" cy="38100"/>
            </a:xfrm>
            <a:custGeom>
              <a:avLst/>
              <a:gdLst/>
              <a:ahLst/>
              <a:cxnLst/>
              <a:rect r="r" b="b" t="t" l="l"/>
              <a:pathLst>
                <a:path h="38100" w="2132076">
                  <a:moveTo>
                    <a:pt x="0" y="0"/>
                  </a:moveTo>
                  <a:lnTo>
                    <a:pt x="2132076" y="0"/>
                  </a:lnTo>
                  <a:lnTo>
                    <a:pt x="213207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96570" y="4277741"/>
              <a:ext cx="104394" cy="104394"/>
            </a:xfrm>
            <a:custGeom>
              <a:avLst/>
              <a:gdLst/>
              <a:ahLst/>
              <a:cxnLst/>
              <a:rect r="r" b="b" t="t" l="l"/>
              <a:pathLst>
                <a:path h="104394" w="104394">
                  <a:moveTo>
                    <a:pt x="104394" y="52197"/>
                  </a:moveTo>
                  <a:cubicBezTo>
                    <a:pt x="104394" y="55626"/>
                    <a:pt x="104013" y="59055"/>
                    <a:pt x="103378" y="62357"/>
                  </a:cubicBezTo>
                  <a:cubicBezTo>
                    <a:pt x="102743" y="65659"/>
                    <a:pt x="101727" y="68961"/>
                    <a:pt x="100457" y="72136"/>
                  </a:cubicBezTo>
                  <a:cubicBezTo>
                    <a:pt x="99187" y="75311"/>
                    <a:pt x="97536" y="78359"/>
                    <a:pt x="95631" y="81153"/>
                  </a:cubicBezTo>
                  <a:cubicBezTo>
                    <a:pt x="93726" y="83947"/>
                    <a:pt x="91567" y="86614"/>
                    <a:pt x="89154" y="89154"/>
                  </a:cubicBezTo>
                  <a:cubicBezTo>
                    <a:pt x="86741" y="91694"/>
                    <a:pt x="84074" y="93726"/>
                    <a:pt x="81153" y="95631"/>
                  </a:cubicBezTo>
                  <a:cubicBezTo>
                    <a:pt x="78232" y="97536"/>
                    <a:pt x="75311" y="99187"/>
                    <a:pt x="72136" y="100457"/>
                  </a:cubicBezTo>
                  <a:cubicBezTo>
                    <a:pt x="68961" y="101727"/>
                    <a:pt x="65659" y="102743"/>
                    <a:pt x="62357" y="103378"/>
                  </a:cubicBezTo>
                  <a:cubicBezTo>
                    <a:pt x="59055" y="104013"/>
                    <a:pt x="55626" y="104394"/>
                    <a:pt x="52197" y="104394"/>
                  </a:cubicBezTo>
                  <a:cubicBezTo>
                    <a:pt x="48768" y="104394"/>
                    <a:pt x="45339" y="104013"/>
                    <a:pt x="42037" y="103378"/>
                  </a:cubicBezTo>
                  <a:cubicBezTo>
                    <a:pt x="38735" y="102743"/>
                    <a:pt x="35433" y="101727"/>
                    <a:pt x="32258" y="100457"/>
                  </a:cubicBezTo>
                  <a:cubicBezTo>
                    <a:pt x="29083" y="99187"/>
                    <a:pt x="26035" y="97536"/>
                    <a:pt x="23241" y="95631"/>
                  </a:cubicBezTo>
                  <a:cubicBezTo>
                    <a:pt x="20447" y="93726"/>
                    <a:pt x="17780" y="91567"/>
                    <a:pt x="15240" y="89154"/>
                  </a:cubicBezTo>
                  <a:cubicBezTo>
                    <a:pt x="12700" y="86741"/>
                    <a:pt x="10668" y="84074"/>
                    <a:pt x="8763" y="81153"/>
                  </a:cubicBezTo>
                  <a:cubicBezTo>
                    <a:pt x="6858" y="78232"/>
                    <a:pt x="5207" y="75311"/>
                    <a:pt x="3937" y="72136"/>
                  </a:cubicBezTo>
                  <a:cubicBezTo>
                    <a:pt x="2667" y="68961"/>
                    <a:pt x="1651" y="65659"/>
                    <a:pt x="1016" y="62357"/>
                  </a:cubicBezTo>
                  <a:cubicBezTo>
                    <a:pt x="381" y="59055"/>
                    <a:pt x="0" y="55626"/>
                    <a:pt x="0" y="52197"/>
                  </a:cubicBez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96570" y="5096891"/>
              <a:ext cx="104394" cy="104394"/>
            </a:xfrm>
            <a:custGeom>
              <a:avLst/>
              <a:gdLst/>
              <a:ahLst/>
              <a:cxnLst/>
              <a:rect r="r" b="b" t="t" l="l"/>
              <a:pathLst>
                <a:path h="104394" w="104394">
                  <a:moveTo>
                    <a:pt x="104394" y="52197"/>
                  </a:moveTo>
                  <a:cubicBezTo>
                    <a:pt x="104394" y="55626"/>
                    <a:pt x="104013" y="59055"/>
                    <a:pt x="103378" y="62357"/>
                  </a:cubicBezTo>
                  <a:cubicBezTo>
                    <a:pt x="102743" y="65659"/>
                    <a:pt x="101727" y="68961"/>
                    <a:pt x="100457" y="72136"/>
                  </a:cubicBezTo>
                  <a:cubicBezTo>
                    <a:pt x="99187" y="75311"/>
                    <a:pt x="97536" y="78359"/>
                    <a:pt x="95631" y="81153"/>
                  </a:cubicBezTo>
                  <a:cubicBezTo>
                    <a:pt x="93726" y="83947"/>
                    <a:pt x="91567" y="86614"/>
                    <a:pt x="89154" y="89154"/>
                  </a:cubicBezTo>
                  <a:cubicBezTo>
                    <a:pt x="86741" y="91694"/>
                    <a:pt x="84074" y="93726"/>
                    <a:pt x="81153" y="95631"/>
                  </a:cubicBezTo>
                  <a:cubicBezTo>
                    <a:pt x="78232" y="97536"/>
                    <a:pt x="75311" y="99187"/>
                    <a:pt x="72136" y="100457"/>
                  </a:cubicBezTo>
                  <a:cubicBezTo>
                    <a:pt x="68961" y="101727"/>
                    <a:pt x="65659" y="102743"/>
                    <a:pt x="62357" y="103378"/>
                  </a:cubicBezTo>
                  <a:cubicBezTo>
                    <a:pt x="59055" y="104013"/>
                    <a:pt x="55626" y="104394"/>
                    <a:pt x="52197" y="104394"/>
                  </a:cubicBezTo>
                  <a:cubicBezTo>
                    <a:pt x="48768" y="104394"/>
                    <a:pt x="45339" y="104013"/>
                    <a:pt x="42037" y="103378"/>
                  </a:cubicBezTo>
                  <a:cubicBezTo>
                    <a:pt x="38735" y="102743"/>
                    <a:pt x="35433" y="101727"/>
                    <a:pt x="32258" y="100457"/>
                  </a:cubicBezTo>
                  <a:cubicBezTo>
                    <a:pt x="29083" y="99187"/>
                    <a:pt x="26035" y="97536"/>
                    <a:pt x="23241" y="95631"/>
                  </a:cubicBezTo>
                  <a:cubicBezTo>
                    <a:pt x="20447" y="93726"/>
                    <a:pt x="17780" y="91567"/>
                    <a:pt x="15240" y="89154"/>
                  </a:cubicBezTo>
                  <a:cubicBezTo>
                    <a:pt x="12700" y="86741"/>
                    <a:pt x="10668" y="84074"/>
                    <a:pt x="8763" y="81153"/>
                  </a:cubicBezTo>
                  <a:cubicBezTo>
                    <a:pt x="6858" y="78232"/>
                    <a:pt x="5207" y="75311"/>
                    <a:pt x="3937" y="72136"/>
                  </a:cubicBezTo>
                  <a:cubicBezTo>
                    <a:pt x="2667" y="68961"/>
                    <a:pt x="1651" y="65659"/>
                    <a:pt x="1016" y="62357"/>
                  </a:cubicBezTo>
                  <a:cubicBezTo>
                    <a:pt x="381" y="59055"/>
                    <a:pt x="0" y="55626"/>
                    <a:pt x="0" y="52197"/>
                  </a:cubicBez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96570" y="5916041"/>
              <a:ext cx="104394" cy="104394"/>
            </a:xfrm>
            <a:custGeom>
              <a:avLst/>
              <a:gdLst/>
              <a:ahLst/>
              <a:cxnLst/>
              <a:rect r="r" b="b" t="t" l="l"/>
              <a:pathLst>
                <a:path h="104394" w="104394">
                  <a:moveTo>
                    <a:pt x="104394" y="52197"/>
                  </a:moveTo>
                  <a:cubicBezTo>
                    <a:pt x="104394" y="55626"/>
                    <a:pt x="104013" y="59055"/>
                    <a:pt x="103378" y="62357"/>
                  </a:cubicBezTo>
                  <a:cubicBezTo>
                    <a:pt x="102743" y="65659"/>
                    <a:pt x="101727" y="68961"/>
                    <a:pt x="100457" y="72136"/>
                  </a:cubicBezTo>
                  <a:cubicBezTo>
                    <a:pt x="99187" y="75311"/>
                    <a:pt x="97536" y="78359"/>
                    <a:pt x="95631" y="81153"/>
                  </a:cubicBezTo>
                  <a:cubicBezTo>
                    <a:pt x="93726" y="83947"/>
                    <a:pt x="91567" y="86614"/>
                    <a:pt x="89154" y="89154"/>
                  </a:cubicBezTo>
                  <a:cubicBezTo>
                    <a:pt x="86741" y="91694"/>
                    <a:pt x="84074" y="93726"/>
                    <a:pt x="81153" y="95631"/>
                  </a:cubicBezTo>
                  <a:cubicBezTo>
                    <a:pt x="78232" y="97536"/>
                    <a:pt x="75311" y="99187"/>
                    <a:pt x="72136" y="100457"/>
                  </a:cubicBezTo>
                  <a:cubicBezTo>
                    <a:pt x="68961" y="101727"/>
                    <a:pt x="65659" y="102743"/>
                    <a:pt x="62357" y="103378"/>
                  </a:cubicBezTo>
                  <a:cubicBezTo>
                    <a:pt x="59055" y="104013"/>
                    <a:pt x="55626" y="104394"/>
                    <a:pt x="52197" y="104394"/>
                  </a:cubicBezTo>
                  <a:cubicBezTo>
                    <a:pt x="48768" y="104394"/>
                    <a:pt x="45339" y="104013"/>
                    <a:pt x="42037" y="103378"/>
                  </a:cubicBezTo>
                  <a:cubicBezTo>
                    <a:pt x="38735" y="102743"/>
                    <a:pt x="35433" y="101727"/>
                    <a:pt x="32258" y="100457"/>
                  </a:cubicBezTo>
                  <a:cubicBezTo>
                    <a:pt x="29083" y="99187"/>
                    <a:pt x="26035" y="97536"/>
                    <a:pt x="23241" y="95631"/>
                  </a:cubicBezTo>
                  <a:cubicBezTo>
                    <a:pt x="20447" y="93726"/>
                    <a:pt x="17780" y="91567"/>
                    <a:pt x="15240" y="89154"/>
                  </a:cubicBezTo>
                  <a:cubicBezTo>
                    <a:pt x="12700" y="86741"/>
                    <a:pt x="10668" y="84074"/>
                    <a:pt x="8763" y="81153"/>
                  </a:cubicBezTo>
                  <a:cubicBezTo>
                    <a:pt x="6858" y="78232"/>
                    <a:pt x="5207" y="75311"/>
                    <a:pt x="3937" y="72136"/>
                  </a:cubicBezTo>
                  <a:cubicBezTo>
                    <a:pt x="2667" y="68961"/>
                    <a:pt x="1651" y="65659"/>
                    <a:pt x="1016" y="62357"/>
                  </a:cubicBezTo>
                  <a:cubicBezTo>
                    <a:pt x="381" y="59055"/>
                    <a:pt x="0" y="55626"/>
                    <a:pt x="0" y="52197"/>
                  </a:cubicBez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96570" y="6735191"/>
              <a:ext cx="104394" cy="104394"/>
            </a:xfrm>
            <a:custGeom>
              <a:avLst/>
              <a:gdLst/>
              <a:ahLst/>
              <a:cxnLst/>
              <a:rect r="r" b="b" t="t" l="l"/>
              <a:pathLst>
                <a:path h="104394" w="104394">
                  <a:moveTo>
                    <a:pt x="104394" y="52197"/>
                  </a:moveTo>
                  <a:cubicBezTo>
                    <a:pt x="104394" y="55626"/>
                    <a:pt x="104013" y="59055"/>
                    <a:pt x="103378" y="62357"/>
                  </a:cubicBezTo>
                  <a:cubicBezTo>
                    <a:pt x="102743" y="65659"/>
                    <a:pt x="101727" y="68961"/>
                    <a:pt x="100457" y="72136"/>
                  </a:cubicBezTo>
                  <a:cubicBezTo>
                    <a:pt x="99187" y="75311"/>
                    <a:pt x="97536" y="78359"/>
                    <a:pt x="95631" y="81153"/>
                  </a:cubicBezTo>
                  <a:cubicBezTo>
                    <a:pt x="93726" y="83947"/>
                    <a:pt x="91567" y="86614"/>
                    <a:pt x="89154" y="89154"/>
                  </a:cubicBezTo>
                  <a:cubicBezTo>
                    <a:pt x="86741" y="91694"/>
                    <a:pt x="84074" y="93726"/>
                    <a:pt x="81153" y="95631"/>
                  </a:cubicBezTo>
                  <a:cubicBezTo>
                    <a:pt x="78232" y="97536"/>
                    <a:pt x="75311" y="99187"/>
                    <a:pt x="72136" y="100457"/>
                  </a:cubicBezTo>
                  <a:cubicBezTo>
                    <a:pt x="68961" y="101727"/>
                    <a:pt x="65659" y="102743"/>
                    <a:pt x="62357" y="103378"/>
                  </a:cubicBezTo>
                  <a:cubicBezTo>
                    <a:pt x="59055" y="104013"/>
                    <a:pt x="55626" y="104394"/>
                    <a:pt x="52197" y="104394"/>
                  </a:cubicBezTo>
                  <a:cubicBezTo>
                    <a:pt x="48768" y="104394"/>
                    <a:pt x="45339" y="104013"/>
                    <a:pt x="42037" y="103378"/>
                  </a:cubicBezTo>
                  <a:cubicBezTo>
                    <a:pt x="38735" y="102743"/>
                    <a:pt x="35433" y="101727"/>
                    <a:pt x="32258" y="100457"/>
                  </a:cubicBezTo>
                  <a:cubicBezTo>
                    <a:pt x="29083" y="99187"/>
                    <a:pt x="26035" y="97536"/>
                    <a:pt x="23241" y="95631"/>
                  </a:cubicBezTo>
                  <a:cubicBezTo>
                    <a:pt x="20447" y="93726"/>
                    <a:pt x="17780" y="91567"/>
                    <a:pt x="15240" y="89154"/>
                  </a:cubicBezTo>
                  <a:cubicBezTo>
                    <a:pt x="12700" y="86741"/>
                    <a:pt x="10668" y="84074"/>
                    <a:pt x="8763" y="81153"/>
                  </a:cubicBezTo>
                  <a:cubicBezTo>
                    <a:pt x="6858" y="78232"/>
                    <a:pt x="5207" y="75311"/>
                    <a:pt x="3937" y="72136"/>
                  </a:cubicBezTo>
                  <a:cubicBezTo>
                    <a:pt x="2667" y="68961"/>
                    <a:pt x="1651" y="65659"/>
                    <a:pt x="1016" y="62357"/>
                  </a:cubicBezTo>
                  <a:cubicBezTo>
                    <a:pt x="381" y="59055"/>
                    <a:pt x="0" y="55626"/>
                    <a:pt x="0" y="52197"/>
                  </a:cubicBez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39944" y="372532"/>
            <a:ext cx="5560219" cy="64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7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and Future work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51939" y="992591"/>
            <a:ext cx="87830" cy="56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2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7179" y="3607670"/>
            <a:ext cx="100384" cy="48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3964" y="4059641"/>
            <a:ext cx="8886377" cy="288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cloud storage for secure backup of student and company data Development of a mobile-friendly application for easier access by students and admins Automated email or WhatsApp notifications for application updates and interview schedules Graphical analytics of placements and application trends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329" y="1135466"/>
            <a:ext cx="9212461" cy="42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b="true" sz="27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Conclusion:</a:t>
            </a: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conclusion,the proposed Campus Placement Portal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329" y="1545041"/>
            <a:ext cx="9705556" cy="165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7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simplifies the placement process by providing a digital, organized, and efficient platform for students and placement cell administrators, improving application tracking, record management, and communication.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329" y="3540995"/>
            <a:ext cx="2174672" cy="54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498" y="-63498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1136777"/>
              <a:ext cx="2065528" cy="38100"/>
            </a:xfrm>
            <a:custGeom>
              <a:avLst/>
              <a:gdLst/>
              <a:ahLst/>
              <a:cxnLst/>
              <a:rect r="r" b="b" t="t" l="l"/>
              <a:pathLst>
                <a:path h="38100" w="2065528">
                  <a:moveTo>
                    <a:pt x="0" y="0"/>
                  </a:moveTo>
                  <a:lnTo>
                    <a:pt x="2065528" y="0"/>
                  </a:lnTo>
                  <a:lnTo>
                    <a:pt x="206552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0" y="598265"/>
            <a:ext cx="8755151" cy="465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  <a:p>
            <a:pPr algn="l">
              <a:lnSpc>
                <a:spcPts val="3676"/>
              </a:lnSpc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References: [1] R. Sharma et al., “Web-based Placement System,” IEEE, 2021. [2] P. Kumar and S. Patel, “Automated Placement Portal,” Springer, 2020. [3] Python Software Foundation, Python Documentation, 2024 . [4] SQLite Documentation, 2024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9880597" cy="7442197"/>
            <a:chOff x="0" y="0"/>
            <a:chExt cx="9880600" cy="744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4406900"/>
              <a:ext cx="476631" cy="2971800"/>
            </a:xfrm>
            <a:custGeom>
              <a:avLst/>
              <a:gdLst/>
              <a:ahLst/>
              <a:cxnLst/>
              <a:rect r="r" b="b" t="t" l="l"/>
              <a:pathLst>
                <a:path h="2971800" w="476631">
                  <a:moveTo>
                    <a:pt x="0" y="0"/>
                  </a:moveTo>
                  <a:lnTo>
                    <a:pt x="0" y="2971800"/>
                  </a:lnTo>
                  <a:lnTo>
                    <a:pt x="476631" y="297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544693" y="4527423"/>
              <a:ext cx="4272407" cy="2851277"/>
            </a:xfrm>
            <a:custGeom>
              <a:avLst/>
              <a:gdLst/>
              <a:ahLst/>
              <a:cxnLst/>
              <a:rect r="r" b="b" t="t" l="l"/>
              <a:pathLst>
                <a:path h="2851277" w="4272407">
                  <a:moveTo>
                    <a:pt x="4272407" y="0"/>
                  </a:moveTo>
                  <a:lnTo>
                    <a:pt x="0" y="2851277"/>
                  </a:lnTo>
                  <a:lnTo>
                    <a:pt x="17145" y="2851277"/>
                  </a:lnTo>
                  <a:lnTo>
                    <a:pt x="4272407" y="11430"/>
                  </a:lnTo>
                  <a:lnTo>
                    <a:pt x="4272407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577328" y="63500"/>
              <a:ext cx="1308354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08354">
                  <a:moveTo>
                    <a:pt x="0" y="0"/>
                  </a:moveTo>
                  <a:lnTo>
                    <a:pt x="1298702" y="7315200"/>
                  </a:lnTo>
                  <a:lnTo>
                    <a:pt x="1308354" y="7315200"/>
                  </a:lnTo>
                  <a:lnTo>
                    <a:pt x="9652" y="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424674" y="63500"/>
              <a:ext cx="2392426" cy="7315200"/>
            </a:xfrm>
            <a:custGeom>
              <a:avLst/>
              <a:gdLst/>
              <a:ahLst/>
              <a:cxnLst/>
              <a:rect r="r" b="b" t="t" l="l"/>
              <a:pathLst>
                <a:path h="7315200" w="2392426">
                  <a:moveTo>
                    <a:pt x="2157222" y="0"/>
                  </a:moveTo>
                  <a:lnTo>
                    <a:pt x="0" y="7315200"/>
                  </a:lnTo>
                  <a:lnTo>
                    <a:pt x="2392426" y="7315200"/>
                  </a:lnTo>
                  <a:lnTo>
                    <a:pt x="2392426" y="8509"/>
                  </a:lnTo>
                  <a:lnTo>
                    <a:pt x="2157603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756906" y="63500"/>
              <a:ext cx="2060194" cy="7315200"/>
            </a:xfrm>
            <a:custGeom>
              <a:avLst/>
              <a:gdLst/>
              <a:ahLst/>
              <a:cxnLst/>
              <a:rect r="r" b="b" t="t" l="l"/>
              <a:pathLst>
                <a:path h="7315200" w="2060194">
                  <a:moveTo>
                    <a:pt x="0" y="0"/>
                  </a:moveTo>
                  <a:lnTo>
                    <a:pt x="1280160" y="7315200"/>
                  </a:lnTo>
                  <a:lnTo>
                    <a:pt x="2060194" y="7315200"/>
                  </a:lnTo>
                  <a:lnTo>
                    <a:pt x="2060194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159879" y="4262374"/>
              <a:ext cx="2657221" cy="3116326"/>
            </a:xfrm>
            <a:custGeom>
              <a:avLst/>
              <a:gdLst/>
              <a:ahLst/>
              <a:cxnLst/>
              <a:rect r="r" b="b" t="t" l="l"/>
              <a:pathLst>
                <a:path h="3116326" w="2657221">
                  <a:moveTo>
                    <a:pt x="2657221" y="0"/>
                  </a:moveTo>
                  <a:lnTo>
                    <a:pt x="0" y="3116326"/>
                  </a:lnTo>
                  <a:lnTo>
                    <a:pt x="2657221" y="3116326"/>
                  </a:lnTo>
                  <a:lnTo>
                    <a:pt x="2657221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550277" y="63500"/>
              <a:ext cx="2266823" cy="7315200"/>
            </a:xfrm>
            <a:custGeom>
              <a:avLst/>
              <a:gdLst/>
              <a:ahLst/>
              <a:cxnLst/>
              <a:rect r="r" b="b" t="t" l="l"/>
              <a:pathLst>
                <a:path h="7315200" w="2266823">
                  <a:moveTo>
                    <a:pt x="0" y="0"/>
                  </a:moveTo>
                  <a:lnTo>
                    <a:pt x="1976755" y="7315200"/>
                  </a:lnTo>
                  <a:lnTo>
                    <a:pt x="2266823" y="7315200"/>
                  </a:lnTo>
                  <a:lnTo>
                    <a:pt x="2266823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21750" y="63500"/>
              <a:ext cx="89535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95350">
                  <a:moveTo>
                    <a:pt x="720090" y="0"/>
                  </a:moveTo>
                  <a:lnTo>
                    <a:pt x="0" y="7315200"/>
                  </a:lnTo>
                  <a:lnTo>
                    <a:pt x="895350" y="7315200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706612" y="63500"/>
              <a:ext cx="1110488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10488">
                  <a:moveTo>
                    <a:pt x="0" y="0"/>
                  </a:moveTo>
                  <a:lnTo>
                    <a:pt x="999490" y="7315200"/>
                  </a:lnTo>
                  <a:lnTo>
                    <a:pt x="1110488" y="7315200"/>
                  </a:lnTo>
                  <a:lnTo>
                    <a:pt x="1110488" y="0"/>
                  </a:lnTo>
                  <a:close/>
                </a:path>
              </a:pathLst>
            </a:custGeom>
            <a:solidFill>
              <a:srgbClr val="236292">
                <a:alpha val="67059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83498" y="5333365"/>
              <a:ext cx="1133602" cy="2045335"/>
            </a:xfrm>
            <a:custGeom>
              <a:avLst/>
              <a:gdLst/>
              <a:ahLst/>
              <a:cxnLst/>
              <a:rect r="r" b="b" t="t" l="l"/>
              <a:pathLst>
                <a:path h="2045335" w="1133602">
                  <a:moveTo>
                    <a:pt x="1133602" y="0"/>
                  </a:moveTo>
                  <a:lnTo>
                    <a:pt x="0" y="2045335"/>
                  </a:lnTo>
                  <a:lnTo>
                    <a:pt x="1133602" y="2045335"/>
                  </a:lnTo>
                  <a:lnTo>
                    <a:pt x="1133602" y="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0"/>
                  </a:moveTo>
                  <a:lnTo>
                    <a:pt x="0" y="7315200"/>
                  </a:lnTo>
                  <a:lnTo>
                    <a:pt x="9753600" y="73152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630473" y="3268028"/>
            <a:ext cx="2837021" cy="606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b="true" sz="348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You...!!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22080" y="65360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DAHEduLVESU</dc:identifier>
  <dcterms:modified xsi:type="dcterms:W3CDTF">2011-08-01T06:04:30Z</dcterms:modified>
  <cp:revision>1</cp:revision>
  <dc:title>Campus Placement Portal.pdf</dc:title>
</cp:coreProperties>
</file>